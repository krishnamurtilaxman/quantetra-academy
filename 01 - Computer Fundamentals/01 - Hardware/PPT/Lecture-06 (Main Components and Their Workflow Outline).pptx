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4"/>
  </p:notesMasterIdLst>
  <p:handoutMasterIdLst>
    <p:handoutMasterId r:id="rId15"/>
  </p:handoutMasterIdLst>
  <p:sldIdLst>
    <p:sldId id="312" r:id="rId5"/>
    <p:sldId id="316" r:id="rId6"/>
    <p:sldId id="304" r:id="rId7"/>
    <p:sldId id="282" r:id="rId8"/>
    <p:sldId id="317" r:id="rId9"/>
    <p:sldId id="318" r:id="rId10"/>
    <p:sldId id="319" r:id="rId11"/>
    <p:sldId id="320" r:id="rId12"/>
    <p:sldId id="297" r:id="rId1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F0FE"/>
    <a:srgbClr val="FFFFFF"/>
    <a:srgbClr val="FFEFEF"/>
    <a:srgbClr val="202C8F"/>
    <a:srgbClr val="FDFBF6"/>
    <a:srgbClr val="AAC4E9"/>
    <a:srgbClr val="F5CDCE"/>
    <a:srgbClr val="DF8C8C"/>
    <a:srgbClr val="D4D593"/>
    <a:srgbClr val="CDBE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7795A9-DC3B-4E95-A9EA-E86AB05DEADE}" v="348" dt="2025-08-20T13:33:43.775"/>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388" autoAdjust="0"/>
  </p:normalViewPr>
  <p:slideViewPr>
    <p:cSldViewPr snapToGrid="0" snapToObjects="1">
      <p:cViewPr varScale="1">
        <p:scale>
          <a:sx n="109" d="100"/>
          <a:sy n="109" d="100"/>
        </p:scale>
        <p:origin x="612" y="11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xman Krishnamurti" userId="0cf661a1bf3f86ca" providerId="LiveId" clId="{CA7795A9-DC3B-4E95-A9EA-E86AB05DEADE}"/>
    <pc:docChg chg="undo custSel addSld delSld modSld">
      <pc:chgData name="Laxman Krishnamurti" userId="0cf661a1bf3f86ca" providerId="LiveId" clId="{CA7795A9-DC3B-4E95-A9EA-E86AB05DEADE}" dt="2025-08-20T13:33:43.775" v="493"/>
      <pc:docMkLst>
        <pc:docMk/>
      </pc:docMkLst>
      <pc:sldChg chg="addSp delSp modSp mod modAnim">
        <pc:chgData name="Laxman Krishnamurti" userId="0cf661a1bf3f86ca" providerId="LiveId" clId="{CA7795A9-DC3B-4E95-A9EA-E86AB05DEADE}" dt="2025-08-20T13:09:18.582" v="74"/>
        <pc:sldMkLst>
          <pc:docMk/>
          <pc:sldMk cId="685681062" sldId="282"/>
        </pc:sldMkLst>
        <pc:spChg chg="mod">
          <ac:chgData name="Laxman Krishnamurti" userId="0cf661a1bf3f86ca" providerId="LiveId" clId="{CA7795A9-DC3B-4E95-A9EA-E86AB05DEADE}" dt="2025-08-20T13:07:29.046" v="48" actId="403"/>
          <ac:spMkLst>
            <pc:docMk/>
            <pc:sldMk cId="685681062" sldId="282"/>
            <ac:spMk id="2" creationId="{FD5E8954-9BCB-7FD9-A210-38DC54382D45}"/>
          </ac:spMkLst>
        </pc:spChg>
        <pc:spChg chg="del">
          <ac:chgData name="Laxman Krishnamurti" userId="0cf661a1bf3f86ca" providerId="LiveId" clId="{CA7795A9-DC3B-4E95-A9EA-E86AB05DEADE}" dt="2025-08-20T13:08:24.265" v="59" actId="478"/>
          <ac:spMkLst>
            <pc:docMk/>
            <pc:sldMk cId="685681062" sldId="282"/>
            <ac:spMk id="3" creationId="{328BE6B0-ABD8-4C82-981D-7FBC26BDE907}"/>
          </ac:spMkLst>
        </pc:spChg>
        <pc:spChg chg="add mod">
          <ac:chgData name="Laxman Krishnamurti" userId="0cf661a1bf3f86ca" providerId="LiveId" clId="{CA7795A9-DC3B-4E95-A9EA-E86AB05DEADE}" dt="2025-08-20T13:08:57.285" v="70" actId="207"/>
          <ac:spMkLst>
            <pc:docMk/>
            <pc:sldMk cId="685681062" sldId="282"/>
            <ac:spMk id="4" creationId="{05121BA0-3581-17C3-6F29-6F025F169212}"/>
          </ac:spMkLst>
        </pc:spChg>
        <pc:spChg chg="mod">
          <ac:chgData name="Laxman Krishnamurti" userId="0cf661a1bf3f86ca" providerId="LiveId" clId="{CA7795A9-DC3B-4E95-A9EA-E86AB05DEADE}" dt="2025-08-20T13:08:20.397" v="58" actId="1076"/>
          <ac:spMkLst>
            <pc:docMk/>
            <pc:sldMk cId="685681062" sldId="282"/>
            <ac:spMk id="5" creationId="{2B906601-BF33-FE31-6B65-89B8C8230B18}"/>
          </ac:spMkLst>
        </pc:spChg>
      </pc:sldChg>
      <pc:sldChg chg="addSp delSp modSp mod delAnim modAnim">
        <pc:chgData name="Laxman Krishnamurti" userId="0cf661a1bf3f86ca" providerId="LiveId" clId="{CA7795A9-DC3B-4E95-A9EA-E86AB05DEADE}" dt="2025-08-20T13:29:45.308" v="397" actId="207"/>
        <pc:sldMkLst>
          <pc:docMk/>
          <pc:sldMk cId="3913219759" sldId="304"/>
        </pc:sldMkLst>
        <pc:spChg chg="mod">
          <ac:chgData name="Laxman Krishnamurti" userId="0cf661a1bf3f86ca" providerId="LiveId" clId="{CA7795A9-DC3B-4E95-A9EA-E86AB05DEADE}" dt="2025-08-20T13:29:01.815" v="383" actId="207"/>
          <ac:spMkLst>
            <pc:docMk/>
            <pc:sldMk cId="3913219759" sldId="304"/>
            <ac:spMk id="3" creationId="{D4D22962-3C7F-E480-5C35-7F4860A098E1}"/>
          </ac:spMkLst>
        </pc:spChg>
        <pc:spChg chg="del">
          <ac:chgData name="Laxman Krishnamurti" userId="0cf661a1bf3f86ca" providerId="LiveId" clId="{CA7795A9-DC3B-4E95-A9EA-E86AB05DEADE}" dt="2025-08-20T13:05:35.969" v="22" actId="478"/>
          <ac:spMkLst>
            <pc:docMk/>
            <pc:sldMk cId="3913219759" sldId="304"/>
            <ac:spMk id="5" creationId="{D5193771-11BF-AC9A-29D2-EFE058CCE341}"/>
          </ac:spMkLst>
        </pc:spChg>
        <pc:spChg chg="add del mod">
          <ac:chgData name="Laxman Krishnamurti" userId="0cf661a1bf3f86ca" providerId="LiveId" clId="{CA7795A9-DC3B-4E95-A9EA-E86AB05DEADE}" dt="2025-08-20T13:29:04.580" v="384" actId="478"/>
          <ac:spMkLst>
            <pc:docMk/>
            <pc:sldMk cId="3913219759" sldId="304"/>
            <ac:spMk id="6" creationId="{67CE57A6-8F34-1CE7-1359-C97D7F1C0C95}"/>
          </ac:spMkLst>
        </pc:spChg>
        <pc:spChg chg="add">
          <ac:chgData name="Laxman Krishnamurti" userId="0cf661a1bf3f86ca" providerId="LiveId" clId="{CA7795A9-DC3B-4E95-A9EA-E86AB05DEADE}" dt="2025-08-20T13:27:50.048" v="364"/>
          <ac:spMkLst>
            <pc:docMk/>
            <pc:sldMk cId="3913219759" sldId="304"/>
            <ac:spMk id="7" creationId="{390EB5E6-494B-B973-EEE2-40E83C8D16CC}"/>
          </ac:spMkLst>
        </pc:spChg>
        <pc:spChg chg="add">
          <ac:chgData name="Laxman Krishnamurti" userId="0cf661a1bf3f86ca" providerId="LiveId" clId="{CA7795A9-DC3B-4E95-A9EA-E86AB05DEADE}" dt="2025-08-20T13:28:19.237" v="372"/>
          <ac:spMkLst>
            <pc:docMk/>
            <pc:sldMk cId="3913219759" sldId="304"/>
            <ac:spMk id="8" creationId="{DB313ADD-6489-7875-0F77-51E0CCA6447C}"/>
          </ac:spMkLst>
        </pc:spChg>
        <pc:spChg chg="add mod">
          <ac:chgData name="Laxman Krishnamurti" userId="0cf661a1bf3f86ca" providerId="LiveId" clId="{CA7795A9-DC3B-4E95-A9EA-E86AB05DEADE}" dt="2025-08-20T13:29:45.308" v="397" actId="207"/>
          <ac:spMkLst>
            <pc:docMk/>
            <pc:sldMk cId="3913219759" sldId="304"/>
            <ac:spMk id="9" creationId="{CCF7B857-DF85-21CD-A537-FA4AC0DAA3FB}"/>
          </ac:spMkLst>
        </pc:spChg>
      </pc:sldChg>
      <pc:sldChg chg="modSp mod">
        <pc:chgData name="Laxman Krishnamurti" userId="0cf661a1bf3f86ca" providerId="LiveId" clId="{CA7795A9-DC3B-4E95-A9EA-E86AB05DEADE}" dt="2025-08-20T13:04:51.604" v="11" actId="207"/>
        <pc:sldMkLst>
          <pc:docMk/>
          <pc:sldMk cId="391055981" sldId="316"/>
        </pc:sldMkLst>
        <pc:spChg chg="mod">
          <ac:chgData name="Laxman Krishnamurti" userId="0cf661a1bf3f86ca" providerId="LiveId" clId="{CA7795A9-DC3B-4E95-A9EA-E86AB05DEADE}" dt="2025-08-20T13:04:51.604" v="11" actId="207"/>
          <ac:spMkLst>
            <pc:docMk/>
            <pc:sldMk cId="391055981" sldId="316"/>
            <ac:spMk id="2" creationId="{568154FE-E33E-B8CF-1550-CFF0DE7DE05C}"/>
          </ac:spMkLst>
        </pc:spChg>
        <pc:spChg chg="mod">
          <ac:chgData name="Laxman Krishnamurti" userId="0cf661a1bf3f86ca" providerId="LiveId" clId="{CA7795A9-DC3B-4E95-A9EA-E86AB05DEADE}" dt="2025-08-20T13:04:23.474" v="5" actId="1076"/>
          <ac:spMkLst>
            <pc:docMk/>
            <pc:sldMk cId="391055981" sldId="316"/>
            <ac:spMk id="8" creationId="{8DD000A2-80D4-B2C3-8C89-AB967D406B45}"/>
          </ac:spMkLst>
        </pc:spChg>
      </pc:sldChg>
      <pc:sldChg chg="addSp delSp modSp add mod delAnim modAnim">
        <pc:chgData name="Laxman Krishnamurti" userId="0cf661a1bf3f86ca" providerId="LiveId" clId="{CA7795A9-DC3B-4E95-A9EA-E86AB05DEADE}" dt="2025-08-20T13:13:39.501" v="153"/>
        <pc:sldMkLst>
          <pc:docMk/>
          <pc:sldMk cId="3598736224" sldId="317"/>
        </pc:sldMkLst>
        <pc:spChg chg="mod">
          <ac:chgData name="Laxman Krishnamurti" userId="0cf661a1bf3f86ca" providerId="LiveId" clId="{CA7795A9-DC3B-4E95-A9EA-E86AB05DEADE}" dt="2025-08-20T13:11:57.631" v="122" actId="14100"/>
          <ac:spMkLst>
            <pc:docMk/>
            <pc:sldMk cId="3598736224" sldId="317"/>
            <ac:spMk id="2" creationId="{1F9BC7C4-CF69-976F-A02B-B6510CF16172}"/>
          </ac:spMkLst>
        </pc:spChg>
        <pc:spChg chg="add mod">
          <ac:chgData name="Laxman Krishnamurti" userId="0cf661a1bf3f86ca" providerId="LiveId" clId="{CA7795A9-DC3B-4E95-A9EA-E86AB05DEADE}" dt="2025-08-20T13:12:01.417" v="123" actId="1076"/>
          <ac:spMkLst>
            <pc:docMk/>
            <pc:sldMk cId="3598736224" sldId="317"/>
            <ac:spMk id="3" creationId="{AFA5665A-6916-2924-303E-CC963FC2AFCA}"/>
          </ac:spMkLst>
        </pc:spChg>
        <pc:spChg chg="del">
          <ac:chgData name="Laxman Krishnamurti" userId="0cf661a1bf3f86ca" providerId="LiveId" clId="{CA7795A9-DC3B-4E95-A9EA-E86AB05DEADE}" dt="2025-08-20T13:10:44.572" v="100" actId="478"/>
          <ac:spMkLst>
            <pc:docMk/>
            <pc:sldMk cId="3598736224" sldId="317"/>
            <ac:spMk id="4" creationId="{58CA0B9D-51EC-7697-A1BF-3BBE098EE6E7}"/>
          </ac:spMkLst>
        </pc:spChg>
        <pc:spChg chg="del mod">
          <ac:chgData name="Laxman Krishnamurti" userId="0cf661a1bf3f86ca" providerId="LiveId" clId="{CA7795A9-DC3B-4E95-A9EA-E86AB05DEADE}" dt="2025-08-20T13:10:20.707" v="92"/>
          <ac:spMkLst>
            <pc:docMk/>
            <pc:sldMk cId="3598736224" sldId="317"/>
            <ac:spMk id="5" creationId="{7931F75A-CA72-AD01-3C86-A04FF8172312}"/>
          </ac:spMkLst>
        </pc:spChg>
        <pc:spChg chg="add mod">
          <ac:chgData name="Laxman Krishnamurti" userId="0cf661a1bf3f86ca" providerId="LiveId" clId="{CA7795A9-DC3B-4E95-A9EA-E86AB05DEADE}" dt="2025-08-20T13:13:25.502" v="150" actId="1076"/>
          <ac:spMkLst>
            <pc:docMk/>
            <pc:sldMk cId="3598736224" sldId="317"/>
            <ac:spMk id="6" creationId="{CC5BDA28-2803-9287-DC73-0E6D3237563E}"/>
          </ac:spMkLst>
        </pc:spChg>
      </pc:sldChg>
      <pc:sldChg chg="addSp delSp modSp add mod modAnim">
        <pc:chgData name="Laxman Krishnamurti" userId="0cf661a1bf3f86ca" providerId="LiveId" clId="{CA7795A9-DC3B-4E95-A9EA-E86AB05DEADE}" dt="2025-08-20T13:19:50.814" v="260" actId="12"/>
        <pc:sldMkLst>
          <pc:docMk/>
          <pc:sldMk cId="1469394418" sldId="318"/>
        </pc:sldMkLst>
        <pc:spChg chg="del">
          <ac:chgData name="Laxman Krishnamurti" userId="0cf661a1bf3f86ca" providerId="LiveId" clId="{CA7795A9-DC3B-4E95-A9EA-E86AB05DEADE}" dt="2025-08-20T13:14:10.659" v="159" actId="478"/>
          <ac:spMkLst>
            <pc:docMk/>
            <pc:sldMk cId="1469394418" sldId="318"/>
            <ac:spMk id="3" creationId="{C4DF2DFB-41DB-1825-31A4-EDA6A539227F}"/>
          </ac:spMkLst>
        </pc:spChg>
        <pc:spChg chg="add mod">
          <ac:chgData name="Laxman Krishnamurti" userId="0cf661a1bf3f86ca" providerId="LiveId" clId="{CA7795A9-DC3B-4E95-A9EA-E86AB05DEADE}" dt="2025-08-20T13:16:16.842" v="198" actId="1076"/>
          <ac:spMkLst>
            <pc:docMk/>
            <pc:sldMk cId="1469394418" sldId="318"/>
            <ac:spMk id="4" creationId="{E88D043A-26EC-BC8B-B8F9-AE2ECA551A2C}"/>
          </ac:spMkLst>
        </pc:spChg>
        <pc:spChg chg="add del mod">
          <ac:chgData name="Laxman Krishnamurti" userId="0cf661a1bf3f86ca" providerId="LiveId" clId="{CA7795A9-DC3B-4E95-A9EA-E86AB05DEADE}" dt="2025-08-20T13:16:02.111" v="194" actId="478"/>
          <ac:spMkLst>
            <pc:docMk/>
            <pc:sldMk cId="1469394418" sldId="318"/>
            <ac:spMk id="5" creationId="{8EE615CB-E4A2-D9A5-7EC3-B826AB7D9901}"/>
          </ac:spMkLst>
        </pc:spChg>
        <pc:spChg chg="del">
          <ac:chgData name="Laxman Krishnamurti" userId="0cf661a1bf3f86ca" providerId="LiveId" clId="{CA7795A9-DC3B-4E95-A9EA-E86AB05DEADE}" dt="2025-08-20T13:13:57.107" v="155" actId="478"/>
          <ac:spMkLst>
            <pc:docMk/>
            <pc:sldMk cId="1469394418" sldId="318"/>
            <ac:spMk id="6" creationId="{173E8028-07CE-69A7-6D1A-7089EB869396}"/>
          </ac:spMkLst>
        </pc:spChg>
        <pc:spChg chg="add mod">
          <ac:chgData name="Laxman Krishnamurti" userId="0cf661a1bf3f86ca" providerId="LiveId" clId="{CA7795A9-DC3B-4E95-A9EA-E86AB05DEADE}" dt="2025-08-20T13:19:50.814" v="260" actId="12"/>
          <ac:spMkLst>
            <pc:docMk/>
            <pc:sldMk cId="1469394418" sldId="318"/>
            <ac:spMk id="7" creationId="{9C34444C-C1E9-9F69-1166-7CC875C8F4A4}"/>
          </ac:spMkLst>
        </pc:spChg>
      </pc:sldChg>
      <pc:sldChg chg="addSp delSp modSp add mod modAnim">
        <pc:chgData name="Laxman Krishnamurti" userId="0cf661a1bf3f86ca" providerId="LiveId" clId="{CA7795A9-DC3B-4E95-A9EA-E86AB05DEADE}" dt="2025-08-20T13:27:59.788" v="367"/>
        <pc:sldMkLst>
          <pc:docMk/>
          <pc:sldMk cId="3865250662" sldId="319"/>
        </pc:sldMkLst>
        <pc:spChg chg="mod">
          <ac:chgData name="Laxman Krishnamurti" userId="0cf661a1bf3f86ca" providerId="LiveId" clId="{CA7795A9-DC3B-4E95-A9EA-E86AB05DEADE}" dt="2025-08-20T13:24:01.003" v="321" actId="1076"/>
          <ac:spMkLst>
            <pc:docMk/>
            <pc:sldMk cId="3865250662" sldId="319"/>
            <ac:spMk id="2" creationId="{CF2D31F4-6598-5E4B-A780-E3D876E298E8}"/>
          </ac:spMkLst>
        </pc:spChg>
        <pc:spChg chg="add mod">
          <ac:chgData name="Laxman Krishnamurti" userId="0cf661a1bf3f86ca" providerId="LiveId" clId="{CA7795A9-DC3B-4E95-A9EA-E86AB05DEADE}" dt="2025-08-20T13:24:18.771" v="333" actId="1076"/>
          <ac:spMkLst>
            <pc:docMk/>
            <pc:sldMk cId="3865250662" sldId="319"/>
            <ac:spMk id="3" creationId="{F77F0809-4FDB-3495-D04E-B9E35D3ADB01}"/>
          </ac:spMkLst>
        </pc:spChg>
        <pc:spChg chg="del">
          <ac:chgData name="Laxman Krishnamurti" userId="0cf661a1bf3f86ca" providerId="LiveId" clId="{CA7795A9-DC3B-4E95-A9EA-E86AB05DEADE}" dt="2025-08-20T13:21:16.529" v="277" actId="478"/>
          <ac:spMkLst>
            <pc:docMk/>
            <pc:sldMk cId="3865250662" sldId="319"/>
            <ac:spMk id="4" creationId="{422EA344-C827-64CC-DC1A-14342162BE8F}"/>
          </ac:spMkLst>
        </pc:spChg>
        <pc:spChg chg="add del mod">
          <ac:chgData name="Laxman Krishnamurti" userId="0cf661a1bf3f86ca" providerId="LiveId" clId="{CA7795A9-DC3B-4E95-A9EA-E86AB05DEADE}" dt="2025-08-20T13:24:21.054" v="334" actId="478"/>
          <ac:spMkLst>
            <pc:docMk/>
            <pc:sldMk cId="3865250662" sldId="319"/>
            <ac:spMk id="5" creationId="{CC7C6C21-75B7-83DD-DD1E-4A2A8C8C0C9C}"/>
          </ac:spMkLst>
        </pc:spChg>
        <pc:spChg chg="add mod">
          <ac:chgData name="Laxman Krishnamurti" userId="0cf661a1bf3f86ca" providerId="LiveId" clId="{CA7795A9-DC3B-4E95-A9EA-E86AB05DEADE}" dt="2025-08-20T13:27:24.370" v="359" actId="207"/>
          <ac:spMkLst>
            <pc:docMk/>
            <pc:sldMk cId="3865250662" sldId="319"/>
            <ac:spMk id="6" creationId="{E789F419-BB14-1893-5644-2A8A1FF9892A}"/>
          </ac:spMkLst>
        </pc:spChg>
        <pc:spChg chg="del">
          <ac:chgData name="Laxman Krishnamurti" userId="0cf661a1bf3f86ca" providerId="LiveId" clId="{CA7795A9-DC3B-4E95-A9EA-E86AB05DEADE}" dt="2025-08-20T13:20:54.744" v="273" actId="478"/>
          <ac:spMkLst>
            <pc:docMk/>
            <pc:sldMk cId="3865250662" sldId="319"/>
            <ac:spMk id="7" creationId="{C8929DDC-4497-BAC0-B722-D1BD00196989}"/>
          </ac:spMkLst>
        </pc:spChg>
      </pc:sldChg>
      <pc:sldChg chg="addSp delSp modSp add mod modAnim">
        <pc:chgData name="Laxman Krishnamurti" userId="0cf661a1bf3f86ca" providerId="LiveId" clId="{CA7795A9-DC3B-4E95-A9EA-E86AB05DEADE}" dt="2025-08-20T13:33:43.775" v="493"/>
        <pc:sldMkLst>
          <pc:docMk/>
          <pc:sldMk cId="1473486268" sldId="320"/>
        </pc:sldMkLst>
        <pc:spChg chg="mod">
          <ac:chgData name="Laxman Krishnamurti" userId="0cf661a1bf3f86ca" providerId="LiveId" clId="{CA7795A9-DC3B-4E95-A9EA-E86AB05DEADE}" dt="2025-08-20T13:31:30.068" v="414" actId="2711"/>
          <ac:spMkLst>
            <pc:docMk/>
            <pc:sldMk cId="1473486268" sldId="320"/>
            <ac:spMk id="2" creationId="{B5F10C1E-ED8E-0DC4-52EE-824F36BBB034}"/>
          </ac:spMkLst>
        </pc:spChg>
        <pc:spChg chg="mod">
          <ac:chgData name="Laxman Krishnamurti" userId="0cf661a1bf3f86ca" providerId="LiveId" clId="{CA7795A9-DC3B-4E95-A9EA-E86AB05DEADE}" dt="2025-08-20T13:32:30.773" v="458" actId="20577"/>
          <ac:spMkLst>
            <pc:docMk/>
            <pc:sldMk cId="1473486268" sldId="320"/>
            <ac:spMk id="3" creationId="{8F54C7D5-599C-9B00-BD26-2912F476C023}"/>
          </ac:spMkLst>
        </pc:spChg>
        <pc:spChg chg="add del">
          <ac:chgData name="Laxman Krishnamurti" userId="0cf661a1bf3f86ca" providerId="LiveId" clId="{CA7795A9-DC3B-4E95-A9EA-E86AB05DEADE}" dt="2025-08-20T13:30:19.595" v="401" actId="478"/>
          <ac:spMkLst>
            <pc:docMk/>
            <pc:sldMk cId="1473486268" sldId="320"/>
            <ac:spMk id="4" creationId="{08920ABF-3D20-CA5F-1E09-0CC563E21F3A}"/>
          </ac:spMkLst>
        </pc:spChg>
        <pc:spChg chg="add">
          <ac:chgData name="Laxman Krishnamurti" userId="0cf661a1bf3f86ca" providerId="LiveId" clId="{CA7795A9-DC3B-4E95-A9EA-E86AB05DEADE}" dt="2025-08-20T13:30:24.349" v="402"/>
          <ac:spMkLst>
            <pc:docMk/>
            <pc:sldMk cId="1473486268" sldId="320"/>
            <ac:spMk id="5" creationId="{26DC4B3A-45FC-B4AE-5B72-C7F2AA9A542E}"/>
          </ac:spMkLst>
        </pc:spChg>
        <pc:spChg chg="del">
          <ac:chgData name="Laxman Krishnamurti" userId="0cf661a1bf3f86ca" providerId="LiveId" clId="{CA7795A9-DC3B-4E95-A9EA-E86AB05DEADE}" dt="2025-08-20T13:30:06.315" v="399" actId="478"/>
          <ac:spMkLst>
            <pc:docMk/>
            <pc:sldMk cId="1473486268" sldId="320"/>
            <ac:spMk id="6" creationId="{DD2FC385-AB27-879B-AF3D-12088A69DDEB}"/>
          </ac:spMkLst>
        </pc:spChg>
        <pc:spChg chg="add mod">
          <ac:chgData name="Laxman Krishnamurti" userId="0cf661a1bf3f86ca" providerId="LiveId" clId="{CA7795A9-DC3B-4E95-A9EA-E86AB05DEADE}" dt="2025-08-20T13:33:29.181" v="490" actId="207"/>
          <ac:spMkLst>
            <pc:docMk/>
            <pc:sldMk cId="1473486268" sldId="320"/>
            <ac:spMk id="7" creationId="{EC8B3F69-F4B1-851D-2B64-BEE135D38E3B}"/>
          </ac:spMkLst>
        </pc:spChg>
      </pc:sldChg>
      <pc:sldChg chg="del">
        <pc:chgData name="Laxman Krishnamurti" userId="0cf661a1bf3f86ca" providerId="LiveId" clId="{CA7795A9-DC3B-4E95-A9EA-E86AB05DEADE}" dt="2025-08-20T13:09:25.415" v="75" actId="2696"/>
        <pc:sldMkLst>
          <pc:docMk/>
          <pc:sldMk cId="1636258553" sldId="324"/>
        </pc:sldMkLst>
      </pc:sldChg>
      <pc:sldChg chg="del">
        <pc:chgData name="Laxman Krishnamurti" userId="0cf661a1bf3f86ca" providerId="LiveId" clId="{CA7795A9-DC3B-4E95-A9EA-E86AB05DEADE}" dt="2025-08-20T13:09:27.029" v="76" actId="2696"/>
        <pc:sldMkLst>
          <pc:docMk/>
          <pc:sldMk cId="1588495366" sldId="331"/>
        </pc:sldMkLst>
      </pc:sldChg>
      <pc:sldChg chg="del">
        <pc:chgData name="Laxman Krishnamurti" userId="0cf661a1bf3f86ca" providerId="LiveId" clId="{CA7795A9-DC3B-4E95-A9EA-E86AB05DEADE}" dt="2025-08-20T13:09:28.888" v="77" actId="2696"/>
        <pc:sldMkLst>
          <pc:docMk/>
          <pc:sldMk cId="2879829355" sldId="332"/>
        </pc:sldMkLst>
      </pc:sldChg>
      <pc:sldChg chg="del">
        <pc:chgData name="Laxman Krishnamurti" userId="0cf661a1bf3f86ca" providerId="LiveId" clId="{CA7795A9-DC3B-4E95-A9EA-E86AB05DEADE}" dt="2025-08-20T13:09:30.334" v="78" actId="2696"/>
        <pc:sldMkLst>
          <pc:docMk/>
          <pc:sldMk cId="3344966964" sldId="333"/>
        </pc:sldMkLst>
      </pc:sldChg>
      <pc:sldChg chg="del">
        <pc:chgData name="Laxman Krishnamurti" userId="0cf661a1bf3f86ca" providerId="LiveId" clId="{CA7795A9-DC3B-4E95-A9EA-E86AB05DEADE}" dt="2025-08-20T13:09:31.971" v="79" actId="2696"/>
        <pc:sldMkLst>
          <pc:docMk/>
          <pc:sldMk cId="4020379626" sldId="334"/>
        </pc:sldMkLst>
      </pc:sldChg>
    </pc:docChg>
  </pc:docChgLst>
  <pc:docChgLst>
    <pc:chgData name="Laxman Krishnamurti" userId="0cf661a1bf3f86ca" providerId="LiveId" clId="{C9C2ACBC-A993-4465-860B-F475E45D1765}"/>
    <pc:docChg chg="undo custSel addSld delSld modSld">
      <pc:chgData name="Laxman Krishnamurti" userId="0cf661a1bf3f86ca" providerId="LiveId" clId="{C9C2ACBC-A993-4465-860B-F475E45D1765}" dt="2025-08-18T13:01:26.444" v="364"/>
      <pc:docMkLst>
        <pc:docMk/>
      </pc:docMkLst>
      <pc:sldChg chg="addSp delSp modSp mod modAnim">
        <pc:chgData name="Laxman Krishnamurti" userId="0cf661a1bf3f86ca" providerId="LiveId" clId="{C9C2ACBC-A993-4465-860B-F475E45D1765}" dt="2025-08-18T12:45:41.253" v="176"/>
        <pc:sldMkLst>
          <pc:docMk/>
          <pc:sldMk cId="685681062" sldId="282"/>
        </pc:sldMkLst>
        <pc:spChg chg="mod">
          <ac:chgData name="Laxman Krishnamurti" userId="0cf661a1bf3f86ca" providerId="LiveId" clId="{C9C2ACBC-A993-4465-860B-F475E45D1765}" dt="2025-08-18T12:41:45.439" v="132" actId="20577"/>
          <ac:spMkLst>
            <pc:docMk/>
            <pc:sldMk cId="685681062" sldId="282"/>
            <ac:spMk id="2" creationId="{FD5E8954-9BCB-7FD9-A210-38DC54382D45}"/>
          </ac:spMkLst>
        </pc:spChg>
        <pc:spChg chg="mod">
          <ac:chgData name="Laxman Krishnamurti" userId="0cf661a1bf3f86ca" providerId="LiveId" clId="{C9C2ACBC-A993-4465-860B-F475E45D1765}" dt="2025-08-18T12:45:41.253" v="176"/>
          <ac:spMkLst>
            <pc:docMk/>
            <pc:sldMk cId="685681062" sldId="282"/>
            <ac:spMk id="5" creationId="{2B906601-BF33-FE31-6B65-89B8C8230B18}"/>
          </ac:spMkLst>
        </pc:spChg>
      </pc:sldChg>
      <pc:sldChg chg="addSp delSp modSp mod delAnim modAnim">
        <pc:chgData name="Laxman Krishnamurti" userId="0cf661a1bf3f86ca" providerId="LiveId" clId="{C9C2ACBC-A993-4465-860B-F475E45D1765}" dt="2025-08-18T12:38:03.700" v="71"/>
        <pc:sldMkLst>
          <pc:docMk/>
          <pc:sldMk cId="3913219759" sldId="304"/>
        </pc:sldMkLst>
        <pc:spChg chg="mod">
          <ac:chgData name="Laxman Krishnamurti" userId="0cf661a1bf3f86ca" providerId="LiveId" clId="{C9C2ACBC-A993-4465-860B-F475E45D1765}" dt="2025-08-18T12:36:26.098" v="36" actId="14100"/>
          <ac:spMkLst>
            <pc:docMk/>
            <pc:sldMk cId="3913219759" sldId="304"/>
            <ac:spMk id="3" creationId="{D4D22962-3C7F-E480-5C35-7F4860A098E1}"/>
          </ac:spMkLst>
        </pc:spChg>
      </pc:sldChg>
      <pc:sldChg chg="modSp mod modAnim">
        <pc:chgData name="Laxman Krishnamurti" userId="0cf661a1bf3f86ca" providerId="LiveId" clId="{C9C2ACBC-A993-4465-860B-F475E45D1765}" dt="2025-08-18T12:35:12.535" v="18"/>
        <pc:sldMkLst>
          <pc:docMk/>
          <pc:sldMk cId="391055981" sldId="316"/>
        </pc:sldMkLst>
        <pc:spChg chg="mod">
          <ac:chgData name="Laxman Krishnamurti" userId="0cf661a1bf3f86ca" providerId="LiveId" clId="{C9C2ACBC-A993-4465-860B-F475E45D1765}" dt="2025-08-18T12:34:59.634" v="16" actId="207"/>
          <ac:spMkLst>
            <pc:docMk/>
            <pc:sldMk cId="391055981" sldId="316"/>
            <ac:spMk id="2" creationId="{568154FE-E33E-B8CF-1550-CFF0DE7DE05C}"/>
          </ac:spMkLst>
        </pc:spChg>
        <pc:spChg chg="mod">
          <ac:chgData name="Laxman Krishnamurti" userId="0cf661a1bf3f86ca" providerId="LiveId" clId="{C9C2ACBC-A993-4465-860B-F475E45D1765}" dt="2025-08-18T12:35:04.855" v="17" actId="207"/>
          <ac:spMkLst>
            <pc:docMk/>
            <pc:sldMk cId="391055981" sldId="316"/>
            <ac:spMk id="8" creationId="{8DD000A2-80D4-B2C3-8C89-AB967D406B45}"/>
          </ac:spMkLst>
        </pc:spChg>
      </pc:sldChg>
      <pc:sldChg chg="addSp delSp modSp mod modAnim">
        <pc:chgData name="Laxman Krishnamurti" userId="0cf661a1bf3f86ca" providerId="LiveId" clId="{C9C2ACBC-A993-4465-860B-F475E45D1765}" dt="2025-08-18T12:48:41.276" v="215" actId="113"/>
        <pc:sldMkLst>
          <pc:docMk/>
          <pc:sldMk cId="1636258553" sldId="324"/>
        </pc:sldMkLst>
      </pc:sldChg>
      <pc:sldChg chg="del">
        <pc:chgData name="Laxman Krishnamurti" userId="0cf661a1bf3f86ca" providerId="LiveId" clId="{C9C2ACBC-A993-4465-860B-F475E45D1765}" dt="2025-08-18T12:48:59.418" v="217" actId="2696"/>
        <pc:sldMkLst>
          <pc:docMk/>
          <pc:sldMk cId="2120064288" sldId="325"/>
        </pc:sldMkLst>
      </pc:sldChg>
      <pc:sldChg chg="del">
        <pc:chgData name="Laxman Krishnamurti" userId="0cf661a1bf3f86ca" providerId="LiveId" clId="{C9C2ACBC-A993-4465-860B-F475E45D1765}" dt="2025-08-18T12:51:08.979" v="245" actId="2696"/>
        <pc:sldMkLst>
          <pc:docMk/>
          <pc:sldMk cId="2072333027" sldId="326"/>
        </pc:sldMkLst>
      </pc:sldChg>
      <pc:sldChg chg="del">
        <pc:chgData name="Laxman Krishnamurti" userId="0cf661a1bf3f86ca" providerId="LiveId" clId="{C9C2ACBC-A993-4465-860B-F475E45D1765}" dt="2025-08-18T12:51:13.557" v="246" actId="2696"/>
        <pc:sldMkLst>
          <pc:docMk/>
          <pc:sldMk cId="2247722477" sldId="327"/>
        </pc:sldMkLst>
      </pc:sldChg>
      <pc:sldChg chg="del">
        <pc:chgData name="Laxman Krishnamurti" userId="0cf661a1bf3f86ca" providerId="LiveId" clId="{C9C2ACBC-A993-4465-860B-F475E45D1765}" dt="2025-08-18T12:51:15.085" v="247" actId="2696"/>
        <pc:sldMkLst>
          <pc:docMk/>
          <pc:sldMk cId="3573717480" sldId="328"/>
        </pc:sldMkLst>
      </pc:sldChg>
      <pc:sldChg chg="del">
        <pc:chgData name="Laxman Krishnamurti" userId="0cf661a1bf3f86ca" providerId="LiveId" clId="{C9C2ACBC-A993-4465-860B-F475E45D1765}" dt="2025-08-18T12:51:16.753" v="248" actId="2696"/>
        <pc:sldMkLst>
          <pc:docMk/>
          <pc:sldMk cId="3643055608" sldId="329"/>
        </pc:sldMkLst>
      </pc:sldChg>
      <pc:sldChg chg="del">
        <pc:chgData name="Laxman Krishnamurti" userId="0cf661a1bf3f86ca" providerId="LiveId" clId="{C9C2ACBC-A993-4465-860B-F475E45D1765}" dt="2025-08-18T12:51:18.449" v="249" actId="2696"/>
        <pc:sldMkLst>
          <pc:docMk/>
          <pc:sldMk cId="427704924" sldId="330"/>
        </pc:sldMkLst>
      </pc:sldChg>
      <pc:sldChg chg="addSp delSp modSp add modAnim">
        <pc:chgData name="Laxman Krishnamurti" userId="0cf661a1bf3f86ca" providerId="LiveId" clId="{C9C2ACBC-A993-4465-860B-F475E45D1765}" dt="2025-08-18T12:50:57.559" v="244" actId="207"/>
        <pc:sldMkLst>
          <pc:docMk/>
          <pc:sldMk cId="1588495366" sldId="331"/>
        </pc:sldMkLst>
      </pc:sldChg>
      <pc:sldChg chg="addSp delSp modSp add modAnim">
        <pc:chgData name="Laxman Krishnamurti" userId="0cf661a1bf3f86ca" providerId="LiveId" clId="{C9C2ACBC-A993-4465-860B-F475E45D1765}" dt="2025-08-18T12:55:02.862" v="292"/>
        <pc:sldMkLst>
          <pc:docMk/>
          <pc:sldMk cId="2879829355" sldId="332"/>
        </pc:sldMkLst>
      </pc:sldChg>
      <pc:sldChg chg="addSp delSp modSp add modAnim">
        <pc:chgData name="Laxman Krishnamurti" userId="0cf661a1bf3f86ca" providerId="LiveId" clId="{C9C2ACBC-A993-4465-860B-F475E45D1765}" dt="2025-08-18T12:59:03.973" v="334"/>
        <pc:sldMkLst>
          <pc:docMk/>
          <pc:sldMk cId="3344966964" sldId="333"/>
        </pc:sldMkLst>
      </pc:sldChg>
      <pc:sldChg chg="addSp delSp modSp add modAnim">
        <pc:chgData name="Laxman Krishnamurti" userId="0cf661a1bf3f86ca" providerId="LiveId" clId="{C9C2ACBC-A993-4465-860B-F475E45D1765}" dt="2025-08-18T13:01:26.444" v="364"/>
        <pc:sldMkLst>
          <pc:docMk/>
          <pc:sldMk cId="4020379626" sldId="334"/>
        </pc:sldMkLst>
      </pc:sldChg>
    </pc:docChg>
  </pc:docChgLst>
  <pc:docChgLst>
    <pc:chgData name="Laxman Krishnamurti" userId="0cf661a1bf3f86ca" providerId="LiveId" clId="{D97058B2-FD56-459C-9B13-AE7C6915C839}"/>
    <pc:docChg chg="undo custSel addSld delSld modSld">
      <pc:chgData name="Laxman Krishnamurti" userId="0cf661a1bf3f86ca" providerId="LiveId" clId="{D97058B2-FD56-459C-9B13-AE7C6915C839}" dt="2025-08-13T13:38:47.001" v="429"/>
      <pc:docMkLst>
        <pc:docMk/>
      </pc:docMkLst>
      <pc:sldChg chg="addSp delSp modSp mod delAnim modAnim">
        <pc:chgData name="Laxman Krishnamurti" userId="0cf661a1bf3f86ca" providerId="LiveId" clId="{D97058B2-FD56-459C-9B13-AE7C6915C839}" dt="2025-08-13T13:12:14.736" v="140"/>
        <pc:sldMkLst>
          <pc:docMk/>
          <pc:sldMk cId="685681062" sldId="282"/>
        </pc:sldMkLst>
        <pc:spChg chg="mod">
          <ac:chgData name="Laxman Krishnamurti" userId="0cf661a1bf3f86ca" providerId="LiveId" clId="{D97058B2-FD56-459C-9B13-AE7C6915C839}" dt="2025-08-13T13:07:44.220" v="86" actId="113"/>
          <ac:spMkLst>
            <pc:docMk/>
            <pc:sldMk cId="685681062" sldId="282"/>
            <ac:spMk id="2" creationId="{FD5E8954-9BCB-7FD9-A210-38DC54382D45}"/>
          </ac:spMkLst>
        </pc:spChg>
        <pc:spChg chg="add mod">
          <ac:chgData name="Laxman Krishnamurti" userId="0cf661a1bf3f86ca" providerId="LiveId" clId="{D97058B2-FD56-459C-9B13-AE7C6915C839}" dt="2025-08-13T13:09:58.456" v="106" actId="1076"/>
          <ac:spMkLst>
            <pc:docMk/>
            <pc:sldMk cId="685681062" sldId="282"/>
            <ac:spMk id="5" creationId="{2B906601-BF33-FE31-6B65-89B8C8230B18}"/>
          </ac:spMkLst>
        </pc:spChg>
      </pc:sldChg>
      <pc:sldChg chg="modSp mod">
        <pc:chgData name="Laxman Krishnamurti" userId="0cf661a1bf3f86ca" providerId="LiveId" clId="{D97058B2-FD56-459C-9B13-AE7C6915C839}" dt="2025-08-13T13:37:14.052" v="426" actId="207"/>
        <pc:sldMkLst>
          <pc:docMk/>
          <pc:sldMk cId="1973173046" sldId="297"/>
        </pc:sldMkLst>
        <pc:spChg chg="mod">
          <ac:chgData name="Laxman Krishnamurti" userId="0cf661a1bf3f86ca" providerId="LiveId" clId="{D97058B2-FD56-459C-9B13-AE7C6915C839}" dt="2025-08-13T13:37:14.052" v="426" actId="207"/>
          <ac:spMkLst>
            <pc:docMk/>
            <pc:sldMk cId="1973173046" sldId="297"/>
            <ac:spMk id="2" creationId="{509D22C5-0C9E-B582-A8FE-B45E70A01E7F}"/>
          </ac:spMkLst>
        </pc:spChg>
      </pc:sldChg>
      <pc:sldChg chg="addSp delSp modSp mod delAnim modAnim">
        <pc:chgData name="Laxman Krishnamurti" userId="0cf661a1bf3f86ca" providerId="LiveId" clId="{D97058B2-FD56-459C-9B13-AE7C6915C839}" dt="2025-08-13T13:06:28.561" v="74"/>
        <pc:sldMkLst>
          <pc:docMk/>
          <pc:sldMk cId="3913219759" sldId="304"/>
        </pc:sldMkLst>
        <pc:spChg chg="mod">
          <ac:chgData name="Laxman Krishnamurti" userId="0cf661a1bf3f86ca" providerId="LiveId" clId="{D97058B2-FD56-459C-9B13-AE7C6915C839}" dt="2025-08-13T13:04:01.347" v="58" actId="113"/>
          <ac:spMkLst>
            <pc:docMk/>
            <pc:sldMk cId="3913219759" sldId="304"/>
            <ac:spMk id="3" creationId="{D4D22962-3C7F-E480-5C35-7F4860A098E1}"/>
          </ac:spMkLst>
        </pc:spChg>
      </pc:sldChg>
      <pc:sldChg chg="addSp modSp mod modAnim">
        <pc:chgData name="Laxman Krishnamurti" userId="0cf661a1bf3f86ca" providerId="LiveId" clId="{D97058B2-FD56-459C-9B13-AE7C6915C839}" dt="2025-08-13T13:00:36.208" v="23"/>
        <pc:sldMkLst>
          <pc:docMk/>
          <pc:sldMk cId="391055981" sldId="316"/>
        </pc:sldMkLst>
        <pc:spChg chg="add mod">
          <ac:chgData name="Laxman Krishnamurti" userId="0cf661a1bf3f86ca" providerId="LiveId" clId="{D97058B2-FD56-459C-9B13-AE7C6915C839}" dt="2025-08-13T13:00:20.332" v="22" actId="1076"/>
          <ac:spMkLst>
            <pc:docMk/>
            <pc:sldMk cId="391055981" sldId="316"/>
            <ac:spMk id="2" creationId="{568154FE-E33E-B8CF-1550-CFF0DE7DE05C}"/>
          </ac:spMkLst>
        </pc:spChg>
        <pc:spChg chg="mod">
          <ac:chgData name="Laxman Krishnamurti" userId="0cf661a1bf3f86ca" providerId="LiveId" clId="{D97058B2-FD56-459C-9B13-AE7C6915C839}" dt="2025-08-13T12:59:37.604" v="13" actId="1076"/>
          <ac:spMkLst>
            <pc:docMk/>
            <pc:sldMk cId="391055981" sldId="316"/>
            <ac:spMk id="8" creationId="{8DD000A2-80D4-B2C3-8C89-AB967D406B45}"/>
          </ac:spMkLst>
        </pc:spChg>
      </pc:sldChg>
      <pc:sldChg chg="del">
        <pc:chgData name="Laxman Krishnamurti" userId="0cf661a1bf3f86ca" providerId="LiveId" clId="{D97058B2-FD56-459C-9B13-AE7C6915C839}" dt="2025-08-13T13:12:24.900" v="141" actId="2696"/>
        <pc:sldMkLst>
          <pc:docMk/>
          <pc:sldMk cId="2686063761" sldId="317"/>
        </pc:sldMkLst>
      </pc:sldChg>
      <pc:sldChg chg="del">
        <pc:chgData name="Laxman Krishnamurti" userId="0cf661a1bf3f86ca" providerId="LiveId" clId="{D97058B2-FD56-459C-9B13-AE7C6915C839}" dt="2025-08-13T13:12:27.210" v="142" actId="2696"/>
        <pc:sldMkLst>
          <pc:docMk/>
          <pc:sldMk cId="964956581" sldId="318"/>
        </pc:sldMkLst>
      </pc:sldChg>
      <pc:sldChg chg="del">
        <pc:chgData name="Laxman Krishnamurti" userId="0cf661a1bf3f86ca" providerId="LiveId" clId="{D97058B2-FD56-459C-9B13-AE7C6915C839}" dt="2025-08-13T13:12:29.040" v="143" actId="2696"/>
        <pc:sldMkLst>
          <pc:docMk/>
          <pc:sldMk cId="1216974341" sldId="319"/>
        </pc:sldMkLst>
      </pc:sldChg>
      <pc:sldChg chg="del">
        <pc:chgData name="Laxman Krishnamurti" userId="0cf661a1bf3f86ca" providerId="LiveId" clId="{D97058B2-FD56-459C-9B13-AE7C6915C839}" dt="2025-08-13T13:12:30.745" v="144" actId="2696"/>
        <pc:sldMkLst>
          <pc:docMk/>
          <pc:sldMk cId="3106308026" sldId="320"/>
        </pc:sldMkLst>
      </pc:sldChg>
      <pc:sldChg chg="del">
        <pc:chgData name="Laxman Krishnamurti" userId="0cf661a1bf3f86ca" providerId="LiveId" clId="{D97058B2-FD56-459C-9B13-AE7C6915C839}" dt="2025-08-13T13:12:32.349" v="145" actId="2696"/>
        <pc:sldMkLst>
          <pc:docMk/>
          <pc:sldMk cId="142689319" sldId="321"/>
        </pc:sldMkLst>
      </pc:sldChg>
      <pc:sldChg chg="del">
        <pc:chgData name="Laxman Krishnamurti" userId="0cf661a1bf3f86ca" providerId="LiveId" clId="{D97058B2-FD56-459C-9B13-AE7C6915C839}" dt="2025-08-13T13:12:34.052" v="146" actId="2696"/>
        <pc:sldMkLst>
          <pc:docMk/>
          <pc:sldMk cId="1189432747" sldId="322"/>
        </pc:sldMkLst>
      </pc:sldChg>
      <pc:sldChg chg="del">
        <pc:chgData name="Laxman Krishnamurti" userId="0cf661a1bf3f86ca" providerId="LiveId" clId="{D97058B2-FD56-459C-9B13-AE7C6915C839}" dt="2025-08-13T13:17:15.532" v="194" actId="2696"/>
        <pc:sldMkLst>
          <pc:docMk/>
          <pc:sldMk cId="2962139130" sldId="323"/>
        </pc:sldMkLst>
      </pc:sldChg>
      <pc:sldChg chg="addSp delSp modSp add modAnim">
        <pc:chgData name="Laxman Krishnamurti" userId="0cf661a1bf3f86ca" providerId="LiveId" clId="{D97058B2-FD56-459C-9B13-AE7C6915C839}" dt="2025-08-13T13:17:08.241" v="193"/>
        <pc:sldMkLst>
          <pc:docMk/>
          <pc:sldMk cId="1636258553" sldId="324"/>
        </pc:sldMkLst>
      </pc:sldChg>
      <pc:sldChg chg="addSp delSp modSp add mod modAnim">
        <pc:chgData name="Laxman Krishnamurti" userId="0cf661a1bf3f86ca" providerId="LiveId" clId="{D97058B2-FD56-459C-9B13-AE7C6915C839}" dt="2025-08-13T13:21:56.639" v="247"/>
        <pc:sldMkLst>
          <pc:docMk/>
          <pc:sldMk cId="2120064288" sldId="325"/>
        </pc:sldMkLst>
      </pc:sldChg>
      <pc:sldChg chg="addSp delSp modSp add mod modAnim">
        <pc:chgData name="Laxman Krishnamurti" userId="0cf661a1bf3f86ca" providerId="LiveId" clId="{D97058B2-FD56-459C-9B13-AE7C6915C839}" dt="2025-08-13T13:23:29.993" v="275"/>
        <pc:sldMkLst>
          <pc:docMk/>
          <pc:sldMk cId="2072333027" sldId="326"/>
        </pc:sldMkLst>
      </pc:sldChg>
      <pc:sldChg chg="addSp delSp modSp add mod modAnim">
        <pc:chgData name="Laxman Krishnamurti" userId="0cf661a1bf3f86ca" providerId="LiveId" clId="{D97058B2-FD56-459C-9B13-AE7C6915C839}" dt="2025-08-13T13:27:00.289" v="319"/>
        <pc:sldMkLst>
          <pc:docMk/>
          <pc:sldMk cId="2247722477" sldId="327"/>
        </pc:sldMkLst>
      </pc:sldChg>
      <pc:sldChg chg="addSp delSp modSp add modAnim">
        <pc:chgData name="Laxman Krishnamurti" userId="0cf661a1bf3f86ca" providerId="LiveId" clId="{D97058B2-FD56-459C-9B13-AE7C6915C839}" dt="2025-08-13T13:30:11.593" v="357"/>
        <pc:sldMkLst>
          <pc:docMk/>
          <pc:sldMk cId="3573717480" sldId="328"/>
        </pc:sldMkLst>
      </pc:sldChg>
      <pc:sldChg chg="addSp delSp modSp add mod modAnim">
        <pc:chgData name="Laxman Krishnamurti" userId="0cf661a1bf3f86ca" providerId="LiveId" clId="{D97058B2-FD56-459C-9B13-AE7C6915C839}" dt="2025-08-13T13:32:44.137" v="394" actId="207"/>
        <pc:sldMkLst>
          <pc:docMk/>
          <pc:sldMk cId="3643055608" sldId="329"/>
        </pc:sldMkLst>
      </pc:sldChg>
      <pc:sldChg chg="addSp delSp modSp add mod modAnim">
        <pc:chgData name="Laxman Krishnamurti" userId="0cf661a1bf3f86ca" providerId="LiveId" clId="{D97058B2-FD56-459C-9B13-AE7C6915C839}" dt="2025-08-13T13:38:47.001" v="429"/>
        <pc:sldMkLst>
          <pc:docMk/>
          <pc:sldMk cId="427704924" sldId="33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16FA7-D609-9ADE-97E9-B5FD27043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4D34E-3345-53A9-A6A5-78CB51B677D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4EC221C-F91F-D6C8-8F73-36F4961B3D6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4335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32325-A616-7547-FBD6-0AA1BA79C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5CA23-3032-67F0-9C87-4F5DECDE8B0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73F66D2-4CBE-52EA-3959-C035465D88A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33670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639FE-B86C-B6CC-98C6-1ADE3F566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F6F1F-5BB5-4ACE-66FE-996D33047AF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D80E7E8-154D-85E8-30E9-DE4BF833A46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92623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48161-632A-4514-6133-FE84C2B42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5251D-0FC4-529A-F103-86FAB6DEF9F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6EF272D-E73D-C414-EC3B-E15E55FFC5F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8634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322CC-2CE1-2F63-BC72-9B9F05C46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A2F93-40BC-BD72-61A0-441748F5D66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578C523-2B0C-2970-918E-A3ACE967C5A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50897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mailto:laxmankrishnamurti@outlook.com"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sz="2800" dirty="0">
                <a:latin typeface="Poppins" panose="00000500000000000000" pitchFamily="2" charset="0"/>
                <a:cs typeface="Poppins" panose="00000500000000000000" pitchFamily="2" charset="0"/>
              </a:rPr>
              <a:t>Computer  fundamentals</a:t>
            </a:r>
            <a:br>
              <a:rPr lang="en-US" sz="2800" dirty="0">
                <a:latin typeface="Poppins" panose="00000500000000000000" pitchFamily="2" charset="0"/>
                <a:cs typeface="Poppins" panose="00000500000000000000" pitchFamily="2" charset="0"/>
              </a:rPr>
            </a:br>
            <a:br>
              <a:rPr lang="en-US" sz="2800" dirty="0">
                <a:latin typeface="Poppins" panose="00000500000000000000" pitchFamily="2" charset="0"/>
                <a:cs typeface="Poppins" panose="00000500000000000000" pitchFamily="2" charset="0"/>
              </a:rPr>
            </a:br>
            <a:r>
              <a:rPr lang="hi-IN" sz="2800" dirty="0">
                <a:solidFill>
                  <a:schemeClr val="bg1">
                    <a:lumMod val="50000"/>
                  </a:schemeClr>
                </a:solidFill>
                <a:latin typeface="Poppins" panose="00000500000000000000" pitchFamily="2" charset="0"/>
                <a:cs typeface="Poppins" panose="00000500000000000000" pitchFamily="2" charset="0"/>
              </a:rPr>
              <a:t>कंप्यूटर की बुनियादी बातें</a:t>
            </a:r>
            <a:endParaRPr lang="en-US" sz="280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20243767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rgbClr val="FFEFEF"/>
          </a:bgClr>
        </a:pattFill>
        <a:effectLst/>
      </p:bgPr>
    </p:bg>
    <p:spTree>
      <p:nvGrpSpPr>
        <p:cNvPr id="1" name="">
          <a:extLst>
            <a:ext uri="{FF2B5EF4-FFF2-40B4-BE49-F238E27FC236}">
              <a16:creationId xmlns:a16="http://schemas.microsoft.com/office/drawing/2014/main" id="{AEFA9B6B-74A5-54EA-1FCC-AA8A6CEBA69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DD000A2-80D4-B2C3-8C89-AB967D406B45}"/>
              </a:ext>
            </a:extLst>
          </p:cNvPr>
          <p:cNvSpPr txBox="1"/>
          <p:nvPr/>
        </p:nvSpPr>
        <p:spPr>
          <a:xfrm>
            <a:off x="3259179" y="2491250"/>
            <a:ext cx="5673641" cy="369332"/>
          </a:xfrm>
          <a:prstGeom prst="rect">
            <a:avLst/>
          </a:prstGeom>
          <a:noFill/>
        </p:spPr>
        <p:txBody>
          <a:bodyPr wrap="square">
            <a:spAutoFit/>
          </a:bodyPr>
          <a:lstStyle/>
          <a:p>
            <a:r>
              <a:rPr lang="en-US" b="1" dirty="0">
                <a:solidFill>
                  <a:schemeClr val="accent6">
                    <a:lumMod val="50000"/>
                  </a:schemeClr>
                </a:solidFill>
                <a:latin typeface="Poppins" panose="00000500000000000000" pitchFamily="2" charset="0"/>
                <a:cs typeface="Poppins" panose="00000500000000000000" pitchFamily="2" charset="0"/>
              </a:rPr>
              <a:t>Main Components and their workflow outlines.</a:t>
            </a:r>
          </a:p>
        </p:txBody>
      </p:sp>
      <p:sp>
        <p:nvSpPr>
          <p:cNvPr id="2" name="TextBox 1">
            <a:extLst>
              <a:ext uri="{FF2B5EF4-FFF2-40B4-BE49-F238E27FC236}">
                <a16:creationId xmlns:a16="http://schemas.microsoft.com/office/drawing/2014/main" id="{568154FE-E33E-B8CF-1550-CFF0DE7DE05C}"/>
              </a:ext>
            </a:extLst>
          </p:cNvPr>
          <p:cNvSpPr txBox="1"/>
          <p:nvPr/>
        </p:nvSpPr>
        <p:spPr>
          <a:xfrm>
            <a:off x="4084315" y="2888715"/>
            <a:ext cx="4119159" cy="369332"/>
          </a:xfrm>
          <a:prstGeom prst="rect">
            <a:avLst/>
          </a:prstGeom>
          <a:noFill/>
        </p:spPr>
        <p:txBody>
          <a:bodyPr wrap="square">
            <a:spAutoFit/>
          </a:bodyPr>
          <a:lstStyle/>
          <a:p>
            <a:r>
              <a:rPr lang="hi-IN" b="1" dirty="0">
                <a:solidFill>
                  <a:schemeClr val="bg1">
                    <a:lumMod val="50000"/>
                  </a:schemeClr>
                </a:solidFill>
                <a:latin typeface="Poppins" panose="00000500000000000000" pitchFamily="2" charset="0"/>
                <a:cs typeface="Poppins" panose="00000500000000000000" pitchFamily="2" charset="0"/>
              </a:rPr>
              <a:t>मुख्य घटक और उनके वर्कफ़्लो रूपरेखा</a:t>
            </a:r>
            <a:endParaRPr lang="en-IN" sz="1400" b="1"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10559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randombar(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879772"/>
            <a:ext cx="6583680" cy="1531357"/>
          </a:xfrm>
        </p:spPr>
        <p:txBody>
          <a:bodyPr/>
          <a:lstStyle/>
          <a:p>
            <a:r>
              <a:rPr lang="en-US" sz="2000" dirty="0">
                <a:latin typeface="Poppins" panose="00000500000000000000" pitchFamily="2" charset="0"/>
                <a:cs typeface="Poppins" panose="00000500000000000000" pitchFamily="2" charset="0"/>
              </a:rPr>
              <a:t>Agenda | </a:t>
            </a:r>
            <a:r>
              <a:rPr lang="hi-IN" sz="2000" dirty="0">
                <a:latin typeface="Poppins" panose="00000500000000000000" pitchFamily="2" charset="0"/>
                <a:cs typeface="Poppins" panose="00000500000000000000" pitchFamily="2" charset="0"/>
              </a:rPr>
              <a:t>कार्यसूची</a:t>
            </a:r>
            <a:endParaRPr lang="en-US" sz="2000" dirty="0">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384342"/>
            <a:ext cx="6583680" cy="1127852"/>
          </a:xfrm>
        </p:spPr>
        <p:txBody>
          <a:bodyPr>
            <a:noAutofit/>
          </a:bodyPr>
          <a:lstStyle/>
          <a:p>
            <a:r>
              <a:rPr lang="en-US" sz="1400" b="1" dirty="0">
                <a:solidFill>
                  <a:schemeClr val="accent6">
                    <a:lumMod val="50000"/>
                  </a:schemeClr>
                </a:solidFill>
                <a:latin typeface="Poppins" panose="00000500000000000000" pitchFamily="2" charset="0"/>
                <a:cs typeface="Poppins" panose="00000500000000000000" pitchFamily="2" charset="0"/>
              </a:rPr>
              <a:t>1. Main Components of a Computer System (Hardware)</a:t>
            </a:r>
          </a:p>
          <a:p>
            <a:r>
              <a:rPr lang="en-US" sz="1400" b="1" dirty="0">
                <a:solidFill>
                  <a:schemeClr val="accent6">
                    <a:lumMod val="50000"/>
                  </a:schemeClr>
                </a:solidFill>
                <a:latin typeface="Poppins" panose="00000500000000000000" pitchFamily="2" charset="0"/>
                <a:cs typeface="Poppins" panose="00000500000000000000" pitchFamily="2" charset="0"/>
              </a:rPr>
              <a:t>2. Workflow Outline (How They Work Together)</a:t>
            </a:r>
          </a:p>
          <a:p>
            <a:r>
              <a:rPr lang="en-US" altLang="en-US" sz="1400" b="1" dirty="0">
                <a:solidFill>
                  <a:schemeClr val="accent6">
                    <a:lumMod val="50000"/>
                  </a:schemeClr>
                </a:solidFill>
                <a:latin typeface="Poppins" panose="00000500000000000000" pitchFamily="2" charset="0"/>
                <a:cs typeface="Poppins" panose="00000500000000000000" pitchFamily="2" charset="0"/>
              </a:rPr>
              <a:t>3. Visual Workflow (Textual Diagram)</a:t>
            </a:r>
          </a:p>
          <a:p>
            <a:endParaRPr lang="en-US" sz="1400" b="1" dirty="0">
              <a:solidFill>
                <a:schemeClr val="accent6">
                  <a:lumMod val="50000"/>
                </a:schemeClr>
              </a:solidFill>
              <a:latin typeface="Poppins" panose="00000500000000000000" pitchFamily="2" charset="0"/>
              <a:cs typeface="Poppins" panose="00000500000000000000" pitchFamily="2" charset="0"/>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
        <p:nvSpPr>
          <p:cNvPr id="9" name="Content Placeholder 2">
            <a:extLst>
              <a:ext uri="{FF2B5EF4-FFF2-40B4-BE49-F238E27FC236}">
                <a16:creationId xmlns:a16="http://schemas.microsoft.com/office/drawing/2014/main" id="{CCF7B857-DF85-21CD-A537-FA4AC0DAA3FB}"/>
              </a:ext>
            </a:extLst>
          </p:cNvPr>
          <p:cNvSpPr txBox="1">
            <a:spLocks/>
          </p:cNvSpPr>
          <p:nvPr/>
        </p:nvSpPr>
        <p:spPr>
          <a:xfrm>
            <a:off x="914400" y="2865074"/>
            <a:ext cx="6583680" cy="1127852"/>
          </a:xfrm>
          <a:prstGeom prst="rect">
            <a:avLst/>
          </a:prstGeom>
        </p:spPr>
        <p:txBody>
          <a:bodyPr vert="horz" lIns="91440" tIns="0" rIns="91440" bIns="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rPr lang="hi-IN" sz="1400" b="1" dirty="0">
                <a:solidFill>
                  <a:schemeClr val="bg1">
                    <a:lumMod val="50000"/>
                  </a:schemeClr>
                </a:solidFill>
                <a:latin typeface="Poppins" panose="00000500000000000000" pitchFamily="2" charset="0"/>
                <a:cs typeface="Poppins" panose="00000500000000000000" pitchFamily="2" charset="0"/>
              </a:rPr>
              <a:t>कंप्यूटर सिस्टम के मुख्य घटक (हार्डवेयर)</a:t>
            </a:r>
            <a:endParaRPr lang="en-US" sz="1400" b="1" dirty="0">
              <a:solidFill>
                <a:schemeClr val="bg1">
                  <a:lumMod val="50000"/>
                </a:schemeClr>
              </a:solidFill>
              <a:latin typeface="Poppins" panose="00000500000000000000" pitchFamily="2" charset="0"/>
              <a:cs typeface="Poppins" panose="00000500000000000000" pitchFamily="2" charset="0"/>
            </a:endParaRPr>
          </a:p>
          <a:p>
            <a:pPr marL="342900" indent="-342900">
              <a:buAutoNum type="arabicPeriod"/>
            </a:pPr>
            <a:r>
              <a:rPr lang="hi-IN" sz="1400" b="1" dirty="0">
                <a:solidFill>
                  <a:schemeClr val="bg1">
                    <a:lumMod val="50000"/>
                  </a:schemeClr>
                </a:solidFill>
                <a:latin typeface="Poppins" panose="00000500000000000000" pitchFamily="2" charset="0"/>
                <a:cs typeface="Poppins" panose="00000500000000000000" pitchFamily="2" charset="0"/>
              </a:rPr>
              <a:t>वर्कफ़्लो रूपरेखा (वे एक साथ कैसे काम करते हैं)</a:t>
            </a:r>
            <a:endParaRPr lang="en-US" sz="1400" b="1" dirty="0">
              <a:solidFill>
                <a:schemeClr val="bg1">
                  <a:lumMod val="50000"/>
                </a:schemeClr>
              </a:solidFill>
              <a:latin typeface="Poppins" panose="00000500000000000000" pitchFamily="2" charset="0"/>
              <a:cs typeface="Poppins" panose="00000500000000000000" pitchFamily="2" charset="0"/>
            </a:endParaRPr>
          </a:p>
          <a:p>
            <a:pPr marL="342900" indent="-342900">
              <a:buAutoNum type="arabicPeriod"/>
            </a:pPr>
            <a:r>
              <a:rPr lang="hi-IN" altLang="en-US" sz="1400" b="1" dirty="0">
                <a:solidFill>
                  <a:schemeClr val="bg1">
                    <a:lumMod val="50000"/>
                  </a:schemeClr>
                </a:solidFill>
                <a:latin typeface="Poppins" panose="00000500000000000000" pitchFamily="2" charset="0"/>
                <a:cs typeface="Poppins" panose="00000500000000000000" pitchFamily="2" charset="0"/>
              </a:rPr>
              <a:t>दृश्य कार्यप्रवाह (पाठ्य आरेख)</a:t>
            </a:r>
            <a:endParaRPr lang="en-US" sz="1400" b="1"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132197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8" dur="500"/>
                                        <p:tgtEl>
                                          <p:spTgt spid="3">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21" dur="500"/>
                                        <p:tgtEl>
                                          <p:spTgt spid="9">
                                            <p:txEl>
                                              <p:pRg st="0" end="0"/>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9">
                                            <p:txEl>
                                              <p:pRg st="1" end="1"/>
                                            </p:txEl>
                                          </p:spTgt>
                                        </p:tgtEl>
                                        <p:attrNameLst>
                                          <p:attrName>style.visibility</p:attrName>
                                        </p:attrNameLst>
                                      </p:cBhvr>
                                      <p:to>
                                        <p:strVal val="visible"/>
                                      </p:to>
                                    </p:set>
                                    <p:animEffect transition="in" filter="randombar(horizontal)">
                                      <p:cBhvr>
                                        <p:cTn id="24"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917662" y="0"/>
            <a:ext cx="10209142" cy="994164"/>
          </a:xfrm>
        </p:spPr>
        <p:txBody>
          <a:bodyPr/>
          <a:lstStyle/>
          <a:p>
            <a:r>
              <a:rPr lang="en-US" sz="1600" dirty="0">
                <a:latin typeface="Poppins" panose="00000500000000000000" pitchFamily="2" charset="0"/>
                <a:cs typeface="Poppins" panose="00000500000000000000" pitchFamily="2" charset="0"/>
              </a:rPr>
              <a:t>1. Main Components of a Computer System (Hardware) </a:t>
            </a:r>
            <a:r>
              <a:rPr lang="en-IN" sz="1600" dirty="0">
                <a:latin typeface="Poppins" panose="00000500000000000000" pitchFamily="2" charset="0"/>
                <a:cs typeface="Poppins" panose="00000500000000000000" pitchFamily="2" charset="0"/>
              </a:rPr>
              <a:t>|  </a:t>
            </a:r>
            <a:r>
              <a:rPr lang="hi-IN" sz="1600" dirty="0">
                <a:solidFill>
                  <a:schemeClr val="bg1">
                    <a:lumMod val="50000"/>
                  </a:schemeClr>
                </a:solidFill>
                <a:latin typeface="Poppins" panose="00000500000000000000" pitchFamily="2" charset="0"/>
                <a:cs typeface="Poppins" panose="00000500000000000000" pitchFamily="2" charset="0"/>
              </a:rPr>
              <a:t>कंप्यूटर सिस्टम के मुख्य घटक (हार्डवेयर)</a:t>
            </a:r>
            <a:endParaRPr lang="en-IN" sz="16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
        <p:nvSpPr>
          <p:cNvPr id="5" name="Rectangle 1">
            <a:extLst>
              <a:ext uri="{FF2B5EF4-FFF2-40B4-BE49-F238E27FC236}">
                <a16:creationId xmlns:a16="http://schemas.microsoft.com/office/drawing/2014/main" id="{2B906601-BF33-FE31-6B65-89B8C8230B18}"/>
              </a:ext>
            </a:extLst>
          </p:cNvPr>
          <p:cNvSpPr>
            <a:spLocks noChangeArrowheads="1"/>
          </p:cNvSpPr>
          <p:nvPr/>
        </p:nvSpPr>
        <p:spPr bwMode="auto">
          <a:xfrm>
            <a:off x="917662" y="1598547"/>
            <a:ext cx="802816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solidFill>
                  <a:schemeClr val="accent6">
                    <a:lumMod val="50000"/>
                  </a:schemeClr>
                </a:solidFill>
                <a:latin typeface="Poppins" panose="00000500000000000000" pitchFamily="2" charset="0"/>
                <a:cs typeface="Poppins" panose="00000500000000000000" pitchFamily="2" charset="0"/>
              </a:rPr>
              <a:t>Think of the computer as a human body:</a:t>
            </a:r>
          </a:p>
          <a:p>
            <a:endParaRPr lang="en-US" sz="1200" b="1" dirty="0">
              <a:solidFill>
                <a:schemeClr val="accent6">
                  <a:lumMod val="50000"/>
                </a:schemeClr>
              </a:solidFill>
              <a:latin typeface="Poppins" panose="00000500000000000000" pitchFamily="2" charset="0"/>
              <a:cs typeface="Poppins" panose="00000500000000000000" pitchFamily="2" charset="0"/>
            </a:endParaRPr>
          </a:p>
          <a:p>
            <a:pPr marL="628650" lvl="1" indent="-171450">
              <a:buFont typeface="Wingdings" panose="05000000000000000000" pitchFamily="2" charset="2"/>
              <a:buChar char="q"/>
            </a:pPr>
            <a:r>
              <a:rPr lang="en-US" sz="1200" b="1" dirty="0">
                <a:solidFill>
                  <a:schemeClr val="accent6">
                    <a:lumMod val="50000"/>
                  </a:schemeClr>
                </a:solidFill>
                <a:latin typeface="Poppins" panose="00000500000000000000" pitchFamily="2" charset="0"/>
                <a:cs typeface="Poppins" panose="00000500000000000000" pitchFamily="2" charset="0"/>
              </a:rPr>
              <a:t>The brain = CPU</a:t>
            </a:r>
          </a:p>
          <a:p>
            <a:pPr marL="628650" lvl="1" indent="-171450">
              <a:buFont typeface="Wingdings" panose="05000000000000000000" pitchFamily="2" charset="2"/>
              <a:buChar char="q"/>
            </a:pPr>
            <a:r>
              <a:rPr lang="en-US" sz="1200" b="1" dirty="0">
                <a:solidFill>
                  <a:schemeClr val="accent6">
                    <a:lumMod val="50000"/>
                  </a:schemeClr>
                </a:solidFill>
                <a:latin typeface="Poppins" panose="00000500000000000000" pitchFamily="2" charset="0"/>
                <a:cs typeface="Poppins" panose="00000500000000000000" pitchFamily="2" charset="0"/>
              </a:rPr>
              <a:t>The memory = RAM + Storage</a:t>
            </a:r>
          </a:p>
          <a:p>
            <a:pPr marL="628650" lvl="1" indent="-171450">
              <a:buFont typeface="Wingdings" panose="05000000000000000000" pitchFamily="2" charset="2"/>
              <a:buChar char="q"/>
            </a:pPr>
            <a:r>
              <a:rPr lang="en-US" sz="1200" b="1" dirty="0">
                <a:solidFill>
                  <a:schemeClr val="accent6">
                    <a:lumMod val="50000"/>
                  </a:schemeClr>
                </a:solidFill>
                <a:latin typeface="Poppins" panose="00000500000000000000" pitchFamily="2" charset="0"/>
                <a:cs typeface="Poppins" panose="00000500000000000000" pitchFamily="2" charset="0"/>
              </a:rPr>
              <a:t>The senses and actions = Input &amp; Output devices</a:t>
            </a:r>
          </a:p>
          <a:p>
            <a:pPr marL="628650" lvl="1" indent="-171450">
              <a:buFont typeface="Wingdings" panose="05000000000000000000" pitchFamily="2" charset="2"/>
              <a:buChar char="q"/>
            </a:pPr>
            <a:r>
              <a:rPr lang="en-US" sz="1200" b="1" dirty="0">
                <a:solidFill>
                  <a:schemeClr val="accent6">
                    <a:lumMod val="50000"/>
                  </a:schemeClr>
                </a:solidFill>
                <a:latin typeface="Poppins" panose="00000500000000000000" pitchFamily="2" charset="0"/>
                <a:cs typeface="Poppins" panose="00000500000000000000" pitchFamily="2" charset="0"/>
              </a:rPr>
              <a:t>The circulatory system = Motherboard + Buses</a:t>
            </a:r>
          </a:p>
        </p:txBody>
      </p:sp>
      <p:sp>
        <p:nvSpPr>
          <p:cNvPr id="4" name="Rectangle 1">
            <a:extLst>
              <a:ext uri="{FF2B5EF4-FFF2-40B4-BE49-F238E27FC236}">
                <a16:creationId xmlns:a16="http://schemas.microsoft.com/office/drawing/2014/main" id="{05121BA0-3581-17C3-6F29-6F025F169212}"/>
              </a:ext>
            </a:extLst>
          </p:cNvPr>
          <p:cNvSpPr>
            <a:spLocks noChangeArrowheads="1"/>
          </p:cNvSpPr>
          <p:nvPr/>
        </p:nvSpPr>
        <p:spPr bwMode="auto">
          <a:xfrm>
            <a:off x="917662" y="3495592"/>
            <a:ext cx="802816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hi-IN" sz="1200" b="1" dirty="0">
                <a:solidFill>
                  <a:schemeClr val="bg1">
                    <a:lumMod val="50000"/>
                  </a:schemeClr>
                </a:solidFill>
                <a:latin typeface="Poppins" panose="00000500000000000000" pitchFamily="2" charset="0"/>
                <a:cs typeface="Poppins" panose="00000500000000000000" pitchFamily="2" charset="0"/>
              </a:rPr>
              <a:t>कंप्यूटर को मानव शरीर के रूप में सोचें:</a:t>
            </a:r>
            <a:endParaRPr 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a:buFont typeface="Wingdings" panose="05000000000000000000" pitchFamily="2" charset="2"/>
              <a:buChar char="q"/>
            </a:pPr>
            <a:r>
              <a:rPr lang="hi-IN" sz="1200" b="1" dirty="0">
                <a:solidFill>
                  <a:schemeClr val="bg1">
                    <a:lumMod val="50000"/>
                  </a:schemeClr>
                </a:solidFill>
                <a:latin typeface="Poppins" panose="00000500000000000000" pitchFamily="2" charset="0"/>
                <a:cs typeface="Poppins" panose="00000500000000000000" pitchFamily="2" charset="0"/>
              </a:rPr>
              <a:t>मस्तिष्क = सीपीयू</a:t>
            </a:r>
            <a:endParaRPr 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a:buFont typeface="Wingdings" panose="05000000000000000000" pitchFamily="2" charset="2"/>
              <a:buChar char="q"/>
            </a:pPr>
            <a:r>
              <a:rPr lang="hi-IN" sz="1200" b="1" dirty="0">
                <a:solidFill>
                  <a:schemeClr val="bg1">
                    <a:lumMod val="50000"/>
                  </a:schemeClr>
                </a:solidFill>
                <a:latin typeface="Poppins" panose="00000500000000000000" pitchFamily="2" charset="0"/>
                <a:cs typeface="Poppins" panose="00000500000000000000" pitchFamily="2" charset="0"/>
              </a:rPr>
              <a:t>मेमोरी = रैम + स्टोरेज</a:t>
            </a:r>
            <a:endParaRPr 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a:buFont typeface="Wingdings" panose="05000000000000000000" pitchFamily="2" charset="2"/>
              <a:buChar char="q"/>
            </a:pPr>
            <a:r>
              <a:rPr lang="hi-IN" sz="1200" b="1" dirty="0">
                <a:solidFill>
                  <a:schemeClr val="bg1">
                    <a:lumMod val="50000"/>
                  </a:schemeClr>
                </a:solidFill>
                <a:latin typeface="Poppins" panose="00000500000000000000" pitchFamily="2" charset="0"/>
                <a:cs typeface="Poppins" panose="00000500000000000000" pitchFamily="2" charset="0"/>
              </a:rPr>
              <a:t>इंद्रियां और क्रियाएं = इनपुट और आउटपुट डिवाइस</a:t>
            </a:r>
            <a:endParaRPr 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a:buFont typeface="Wingdings" panose="05000000000000000000" pitchFamily="2" charset="2"/>
              <a:buChar char="q"/>
            </a:pPr>
            <a:r>
              <a:rPr lang="hi-IN" sz="1200" b="1" dirty="0">
                <a:solidFill>
                  <a:schemeClr val="bg1">
                    <a:lumMod val="50000"/>
                  </a:schemeClr>
                </a:solidFill>
                <a:latin typeface="Poppins" panose="00000500000000000000" pitchFamily="2" charset="0"/>
                <a:cs typeface="Poppins" panose="00000500000000000000" pitchFamily="2" charset="0"/>
              </a:rPr>
              <a:t>संचार प्रणाली = मदरबोर्ड + बसें</a:t>
            </a:r>
            <a:endParaRPr lang="en-US" sz="1200" b="1"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6856810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5" dur="500"/>
                                        <p:tgtEl>
                                          <p:spTgt spid="5">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8" dur="500"/>
                                        <p:tgtEl>
                                          <p:spTgt spid="5">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1" dur="500"/>
                                        <p:tgtEl>
                                          <p:spTgt spid="5">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4" dur="5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9" dur="500"/>
                                        <p:tgtEl>
                                          <p:spTgt spid="4">
                                            <p:txEl>
                                              <p:pRg st="0" end="0"/>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32" dur="500"/>
                                        <p:tgtEl>
                                          <p:spTgt spid="4">
                                            <p:txEl>
                                              <p:pRg st="1" end="1"/>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randombar(horizontal)">
                                      <p:cBhvr>
                                        <p:cTn id="35" dur="500"/>
                                        <p:tgtEl>
                                          <p:spTgt spid="4">
                                            <p:txEl>
                                              <p:pRg st="2" end="2"/>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4">
                                            <p:txEl>
                                              <p:pRg st="3" end="3"/>
                                            </p:txEl>
                                          </p:spTgt>
                                        </p:tgtEl>
                                        <p:attrNameLst>
                                          <p:attrName>style.visibility</p:attrName>
                                        </p:attrNameLst>
                                      </p:cBhvr>
                                      <p:to>
                                        <p:strVal val="visible"/>
                                      </p:to>
                                    </p:set>
                                    <p:animEffect transition="in" filter="randombar(horizontal)">
                                      <p:cBhvr>
                                        <p:cTn id="38" dur="500"/>
                                        <p:tgtEl>
                                          <p:spTgt spid="4">
                                            <p:txEl>
                                              <p:pRg st="3" end="3"/>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animEffect transition="in" filter="randombar(horizontal)">
                                      <p:cBhvr>
                                        <p:cTn id="4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D546E089-6997-1D3E-14FE-59000EF9B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BC7C4-CF69-976F-A02B-B6510CF16172}"/>
              </a:ext>
            </a:extLst>
          </p:cNvPr>
          <p:cNvSpPr>
            <a:spLocks noGrp="1"/>
          </p:cNvSpPr>
          <p:nvPr>
            <p:ph type="title"/>
          </p:nvPr>
        </p:nvSpPr>
        <p:spPr>
          <a:xfrm>
            <a:off x="917662" y="317634"/>
            <a:ext cx="10209142" cy="368446"/>
          </a:xfrm>
        </p:spPr>
        <p:txBody>
          <a:bodyPr/>
          <a:lstStyle/>
          <a:p>
            <a:r>
              <a:rPr lang="en-US" sz="1600" dirty="0">
                <a:latin typeface="Poppins" panose="00000500000000000000" pitchFamily="2" charset="0"/>
                <a:cs typeface="Poppins" panose="00000500000000000000" pitchFamily="2" charset="0"/>
              </a:rPr>
              <a:t>1. Main Components of a Computer System (Hardware) </a:t>
            </a:r>
            <a:r>
              <a:rPr lang="en-IN" sz="1600" dirty="0">
                <a:latin typeface="Poppins" panose="00000500000000000000" pitchFamily="2" charset="0"/>
                <a:cs typeface="Poppins" panose="00000500000000000000" pitchFamily="2" charset="0"/>
              </a:rPr>
              <a:t>|  </a:t>
            </a:r>
            <a:r>
              <a:rPr lang="hi-IN" sz="1600" dirty="0">
                <a:solidFill>
                  <a:schemeClr val="bg1">
                    <a:lumMod val="50000"/>
                  </a:schemeClr>
                </a:solidFill>
                <a:latin typeface="Poppins" panose="00000500000000000000" pitchFamily="2" charset="0"/>
                <a:cs typeface="Poppins" panose="00000500000000000000" pitchFamily="2" charset="0"/>
              </a:rPr>
              <a:t>कंप्यूटर सिस्टम के मुख्य घटक (हार्डवेयर)</a:t>
            </a:r>
            <a:endParaRPr lang="en-IN" sz="16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075D24E1-B8C7-2222-0320-0753AC9F9C0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
        <p:nvSpPr>
          <p:cNvPr id="3" name="Rectangle 1">
            <a:extLst>
              <a:ext uri="{FF2B5EF4-FFF2-40B4-BE49-F238E27FC236}">
                <a16:creationId xmlns:a16="http://schemas.microsoft.com/office/drawing/2014/main" id="{AFA5665A-6916-2924-303E-CC963FC2AFCA}"/>
              </a:ext>
            </a:extLst>
          </p:cNvPr>
          <p:cNvSpPr>
            <a:spLocks noChangeArrowheads="1"/>
          </p:cNvSpPr>
          <p:nvPr/>
        </p:nvSpPr>
        <p:spPr bwMode="auto">
          <a:xfrm>
            <a:off x="917662" y="928688"/>
            <a:ext cx="6875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200" dirty="0">
                <a:solidFill>
                  <a:schemeClr val="accent6">
                    <a:lumMod val="50000"/>
                  </a:schemeClr>
                </a:solidFill>
                <a:latin typeface="Poppins" panose="00000500000000000000" pitchFamily="2" charset="0"/>
                <a:cs typeface="Poppins" panose="00000500000000000000" pitchFamily="2" charset="0"/>
              </a:rPr>
              <a:t>Here are the main parts: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Input Devices</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Purpose: Allow user or environment to provide data/instructions.</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Examples: Keyboard, Mouse, Scanner, Microphone, Camera.</a:t>
            </a: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Central Processing Unit (CPU)</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Purpose: Executes instructions and controls all operations.</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Subcomponents:</a:t>
            </a:r>
          </a:p>
          <a:p>
            <a:pPr marL="1085850" lvl="2" indent="-171450" defTabSz="914400" eaLnBrk="0" fontAlgn="base" hangingPunct="0">
              <a:spcBef>
                <a:spcPct val="0"/>
              </a:spcBef>
              <a:spcAft>
                <a:spcPct val="0"/>
              </a:spcAft>
              <a:buFont typeface="Wingdings" panose="05000000000000000000" pitchFamily="2" charset="2"/>
              <a:buChar char="Ø"/>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Control Unit (CU) – Directs flow of data and instructions.</a:t>
            </a:r>
          </a:p>
          <a:p>
            <a:pPr marL="1085850" lvl="2" indent="-171450" defTabSz="914400" eaLnBrk="0" fontAlgn="base" hangingPunct="0">
              <a:spcBef>
                <a:spcPct val="0"/>
              </a:spcBef>
              <a:spcAft>
                <a:spcPct val="0"/>
              </a:spcAft>
              <a:buFont typeface="Wingdings" panose="05000000000000000000" pitchFamily="2" charset="2"/>
              <a:buChar char="Ø"/>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Arithmetic Logic Unit (ALU) – Performs calculations and logical decisions.</a:t>
            </a:r>
          </a:p>
          <a:p>
            <a:pPr marL="1085850" lvl="2" indent="-171450" defTabSz="914400" eaLnBrk="0" fontAlgn="base" hangingPunct="0">
              <a:spcBef>
                <a:spcPct val="0"/>
              </a:spcBef>
              <a:spcAft>
                <a:spcPct val="0"/>
              </a:spcAft>
              <a:buFont typeface="Wingdings" panose="05000000000000000000" pitchFamily="2" charset="2"/>
              <a:buChar char="Ø"/>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Registers – Small, very fast storage inside CPU for temporary data.</a:t>
            </a:r>
          </a:p>
          <a:p>
            <a:pPr marL="1085850" lvl="2" indent="-171450" defTabSz="914400" eaLnBrk="0" fontAlgn="base" hangingPunct="0">
              <a:spcBef>
                <a:spcPct val="0"/>
              </a:spcBef>
              <a:spcAft>
                <a:spcPct val="0"/>
              </a:spcAft>
              <a:buFont typeface="Wingdings" panose="05000000000000000000" pitchFamily="2" charset="2"/>
              <a:buChar char="Ø"/>
            </a:pPr>
            <a:r>
              <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Cache – High-speed memory closer to CPU for frequently used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p:txBody>
      </p:sp>
      <p:sp>
        <p:nvSpPr>
          <p:cNvPr id="6" name="Rectangle 1">
            <a:extLst>
              <a:ext uri="{FF2B5EF4-FFF2-40B4-BE49-F238E27FC236}">
                <a16:creationId xmlns:a16="http://schemas.microsoft.com/office/drawing/2014/main" id="{CC5BDA28-2803-9287-DC73-0E6D3237563E}"/>
              </a:ext>
            </a:extLst>
          </p:cNvPr>
          <p:cNvSpPr>
            <a:spLocks noChangeArrowheads="1"/>
          </p:cNvSpPr>
          <p:nvPr/>
        </p:nvSpPr>
        <p:spPr bwMode="auto">
          <a:xfrm>
            <a:off x="917662" y="3975676"/>
            <a:ext cx="6696064"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hi-IN" sz="1200" dirty="0">
                <a:solidFill>
                  <a:schemeClr val="bg1">
                    <a:lumMod val="50000"/>
                  </a:schemeClr>
                </a:solidFill>
                <a:latin typeface="Poppins" panose="00000500000000000000" pitchFamily="2" charset="0"/>
                <a:cs typeface="Poppins" panose="00000500000000000000" pitchFamily="2" charset="0"/>
              </a:rPr>
              <a:t>यहाँ मुख्य भाग हैं:</a:t>
            </a:r>
            <a:endParaRPr lang="en-US" sz="1200" dirty="0">
              <a:solidFill>
                <a:schemeClr val="bg1">
                  <a:lumMod val="50000"/>
                </a:schemeClr>
              </a:solidFill>
              <a:latin typeface="Poppins" panose="00000500000000000000" pitchFamily="2" charset="0"/>
              <a:cs typeface="Poppins" panose="00000500000000000000" pitchFamily="2" charset="0"/>
            </a:endParaRPr>
          </a:p>
          <a:p>
            <a:endParaRPr kumimoji="0" lang="en-US" altLang="en-US" sz="120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spcBef>
                <a:spcPct val="0"/>
              </a:spcBef>
              <a:spcAft>
                <a:spcPct val="0"/>
              </a:spcAft>
              <a:buFont typeface="Wingdings" panose="05000000000000000000" pitchFamily="2" charset="2"/>
              <a:buChar char="q"/>
            </a:pPr>
            <a:r>
              <a:rPr lang="hi-IN" altLang="en-US" sz="1200" dirty="0">
                <a:solidFill>
                  <a:schemeClr val="bg1">
                    <a:lumMod val="50000"/>
                  </a:schemeClr>
                </a:solidFill>
                <a:latin typeface="Poppins" panose="00000500000000000000" pitchFamily="2" charset="0"/>
                <a:cs typeface="Poppins" panose="00000500000000000000" pitchFamily="2" charset="0"/>
              </a:rPr>
              <a:t>इनपुट डिवाइस</a:t>
            </a:r>
            <a:endParaRPr kumimoji="0" lang="en-US" altLang="en-US" sz="120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lang="hi-IN" altLang="en-US" sz="1200" dirty="0">
                <a:solidFill>
                  <a:schemeClr val="bg1">
                    <a:lumMod val="50000"/>
                  </a:schemeClr>
                </a:solidFill>
                <a:latin typeface="Poppins" panose="00000500000000000000" pitchFamily="2" charset="0"/>
                <a:cs typeface="Poppins" panose="00000500000000000000" pitchFamily="2" charset="0"/>
              </a:rPr>
              <a:t>उद्देश्य: उपयोगकर्ता या पर्यावरण को डेटा/निर्देश प्रदान करने की अनुमति दें।</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lang="hi-IN" altLang="en-US" sz="1200" dirty="0">
                <a:solidFill>
                  <a:schemeClr val="bg1">
                    <a:lumMod val="50000"/>
                  </a:schemeClr>
                </a:solidFill>
                <a:latin typeface="Poppins" panose="00000500000000000000" pitchFamily="2" charset="0"/>
                <a:cs typeface="Poppins" panose="00000500000000000000" pitchFamily="2" charset="0"/>
              </a:rPr>
              <a:t>उदाहरण: कीबोर्ड, माउस, स्कैनर, माइक्रोफ़ोन, कैमरा.</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spcBef>
                <a:spcPct val="0"/>
              </a:spcBef>
              <a:spcAft>
                <a:spcPct val="0"/>
              </a:spcAft>
              <a:buFont typeface="Wingdings" panose="05000000000000000000" pitchFamily="2" charset="2"/>
              <a:buChar char="q"/>
            </a:pPr>
            <a:r>
              <a:rPr lang="hi-IN" altLang="en-US" sz="1200" dirty="0">
                <a:solidFill>
                  <a:schemeClr val="bg1">
                    <a:lumMod val="50000"/>
                  </a:schemeClr>
                </a:solidFill>
                <a:latin typeface="Poppins" panose="00000500000000000000" pitchFamily="2" charset="0"/>
                <a:cs typeface="Poppins" panose="00000500000000000000" pitchFamily="2" charset="0"/>
              </a:rPr>
              <a:t>सेंट्रल प्रोसेसिंग यूनिट (सीपीयू)</a:t>
            </a:r>
            <a:endParaRPr kumimoji="0" lang="en-US" altLang="en-US" sz="120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lang="hi-IN" altLang="en-US" sz="1200" dirty="0">
                <a:solidFill>
                  <a:schemeClr val="bg1">
                    <a:lumMod val="50000"/>
                  </a:schemeClr>
                </a:solidFill>
                <a:latin typeface="Poppins" panose="00000500000000000000" pitchFamily="2" charset="0"/>
                <a:cs typeface="Poppins" panose="00000500000000000000" pitchFamily="2" charset="0"/>
              </a:rPr>
              <a:t>उद्देश्य: निर्देशों को निष्पादित करता है और सभी कार्यों को नियंत्रित करता है।</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lang="hi-IN" altLang="en-US" sz="1200" dirty="0">
                <a:solidFill>
                  <a:schemeClr val="bg1">
                    <a:lumMod val="50000"/>
                  </a:schemeClr>
                </a:solidFill>
                <a:latin typeface="Poppins" panose="00000500000000000000" pitchFamily="2" charset="0"/>
                <a:cs typeface="Poppins" panose="00000500000000000000" pitchFamily="2" charset="0"/>
              </a:rPr>
              <a:t>उपघटक:</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1085850" lvl="2" indent="-171450" defTabSz="914400" eaLnBrk="0" fontAlgn="base" hangingPunct="0">
              <a:spcBef>
                <a:spcPct val="0"/>
              </a:spcBef>
              <a:spcAft>
                <a:spcPct val="0"/>
              </a:spcAft>
              <a:buFont typeface="Wingdings" panose="05000000000000000000" pitchFamily="2" charset="2"/>
              <a:buChar char="Ø"/>
            </a:pPr>
            <a:r>
              <a:rPr lang="hi-IN" altLang="en-US" sz="1200" dirty="0">
                <a:solidFill>
                  <a:schemeClr val="bg1">
                    <a:lumMod val="50000"/>
                  </a:schemeClr>
                </a:solidFill>
                <a:latin typeface="Poppins" panose="00000500000000000000" pitchFamily="2" charset="0"/>
                <a:cs typeface="Poppins" panose="00000500000000000000" pitchFamily="2" charset="0"/>
              </a:rPr>
              <a:t>नियंत्रण इकाई (सीयू) - डेटा और निर्देशों के प्रवाह को निर्देशित करता है।</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1085850" lvl="2" indent="-171450" defTabSz="914400" eaLnBrk="0" fontAlgn="base" hangingPunct="0">
              <a:spcBef>
                <a:spcPct val="0"/>
              </a:spcBef>
              <a:spcAft>
                <a:spcPct val="0"/>
              </a:spcAft>
              <a:buFont typeface="Wingdings" panose="05000000000000000000" pitchFamily="2" charset="2"/>
              <a:buChar char="Ø"/>
            </a:pPr>
            <a:r>
              <a:rPr lang="hi-IN" altLang="en-US" sz="1200" dirty="0">
                <a:solidFill>
                  <a:schemeClr val="bg1">
                    <a:lumMod val="50000"/>
                  </a:schemeClr>
                </a:solidFill>
                <a:latin typeface="Poppins" panose="00000500000000000000" pitchFamily="2" charset="0"/>
                <a:cs typeface="Poppins" panose="00000500000000000000" pitchFamily="2" charset="0"/>
              </a:rPr>
              <a:t>अंकगणितीय तर्क इकाई (</a:t>
            </a:r>
            <a:r>
              <a:rPr lang="en-US" altLang="en-US" sz="1200" dirty="0">
                <a:solidFill>
                  <a:schemeClr val="bg1">
                    <a:lumMod val="50000"/>
                  </a:schemeClr>
                </a:solidFill>
                <a:latin typeface="Poppins" panose="00000500000000000000" pitchFamily="2" charset="0"/>
                <a:cs typeface="Poppins" panose="00000500000000000000" pitchFamily="2" charset="0"/>
              </a:rPr>
              <a:t>ALU) - </a:t>
            </a:r>
            <a:r>
              <a:rPr lang="hi-IN" altLang="en-US" sz="1200" dirty="0">
                <a:solidFill>
                  <a:schemeClr val="bg1">
                    <a:lumMod val="50000"/>
                  </a:schemeClr>
                </a:solidFill>
                <a:latin typeface="Poppins" panose="00000500000000000000" pitchFamily="2" charset="0"/>
                <a:cs typeface="Poppins" panose="00000500000000000000" pitchFamily="2" charset="0"/>
              </a:rPr>
              <a:t>गणना और तार्किक निर्णय करता है।</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1085850" lvl="2" indent="-171450" defTabSz="914400" eaLnBrk="0" fontAlgn="base" hangingPunct="0">
              <a:spcBef>
                <a:spcPct val="0"/>
              </a:spcBef>
              <a:spcAft>
                <a:spcPct val="0"/>
              </a:spcAft>
              <a:buFont typeface="Wingdings" panose="05000000000000000000" pitchFamily="2" charset="2"/>
              <a:buChar char="Ø"/>
            </a:pPr>
            <a:r>
              <a:rPr lang="hi-IN" altLang="en-US" sz="1200" dirty="0">
                <a:solidFill>
                  <a:schemeClr val="bg1">
                    <a:lumMod val="50000"/>
                  </a:schemeClr>
                </a:solidFill>
                <a:latin typeface="Poppins" panose="00000500000000000000" pitchFamily="2" charset="0"/>
                <a:cs typeface="Poppins" panose="00000500000000000000" pitchFamily="2" charset="0"/>
              </a:rPr>
              <a:t>रजिस्टर - अस्थायी डेटा के लिए सीपीयू के अंदर छोटा, बहुत तेज भंडारण।</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1085850" lvl="2" indent="-171450" defTabSz="914400" eaLnBrk="0" fontAlgn="base" hangingPunct="0">
              <a:spcBef>
                <a:spcPct val="0"/>
              </a:spcBef>
              <a:spcAft>
                <a:spcPct val="0"/>
              </a:spcAft>
              <a:buFont typeface="Wingdings" panose="05000000000000000000" pitchFamily="2" charset="2"/>
              <a:buChar char="Ø"/>
            </a:pPr>
            <a:r>
              <a:rPr lang="hi-IN" altLang="en-US" sz="1200" dirty="0">
                <a:solidFill>
                  <a:schemeClr val="bg1">
                    <a:lumMod val="50000"/>
                  </a:schemeClr>
                </a:solidFill>
                <a:latin typeface="Poppins" panose="00000500000000000000" pitchFamily="2" charset="0"/>
                <a:cs typeface="Poppins" panose="00000500000000000000" pitchFamily="2" charset="0"/>
              </a:rPr>
              <a:t>कैश - अक्सर उपयोग किए जाने वाले डेटा के लिए सीपीयू के करीब उच्च गति मेमोरी।</a:t>
            </a:r>
            <a:endParaRPr kumimoji="0" lang="en-US" altLang="en-US" sz="120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987362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8" dur="500"/>
                                        <p:tgtEl>
                                          <p:spTgt spid="3">
                                            <p:txEl>
                                              <p:pRg st="4" end="4"/>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1" dur="500"/>
                                        <p:tgtEl>
                                          <p:spTgt spid="3">
                                            <p:txEl>
                                              <p:pRg st="5" end="5"/>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4" dur="500"/>
                                        <p:tgtEl>
                                          <p:spTgt spid="3">
                                            <p:txEl>
                                              <p:pRg st="7" end="7"/>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randombar(horizontal)">
                                      <p:cBhvr>
                                        <p:cTn id="27" dur="500"/>
                                        <p:tgtEl>
                                          <p:spTgt spid="3">
                                            <p:txEl>
                                              <p:pRg st="9" end="9"/>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30" dur="500"/>
                                        <p:tgtEl>
                                          <p:spTgt spid="3">
                                            <p:txEl>
                                              <p:pRg st="10" end="10"/>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33" dur="500"/>
                                        <p:tgtEl>
                                          <p:spTgt spid="3">
                                            <p:txEl>
                                              <p:pRg st="11" end="11"/>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3">
                                            <p:txEl>
                                              <p:pRg st="12" end="12"/>
                                            </p:txEl>
                                          </p:spTgt>
                                        </p:tgtEl>
                                        <p:attrNameLst>
                                          <p:attrName>style.visibility</p:attrName>
                                        </p:attrNameLst>
                                      </p:cBhvr>
                                      <p:to>
                                        <p:strVal val="visible"/>
                                      </p:to>
                                    </p:set>
                                    <p:animEffect transition="in" filter="randombar(horizontal)">
                                      <p:cBhvr>
                                        <p:cTn id="36" dur="500"/>
                                        <p:tgtEl>
                                          <p:spTgt spid="3">
                                            <p:txEl>
                                              <p:pRg st="12" end="12"/>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Effect transition="in" filter="randombar(horizontal)">
                                      <p:cBhvr>
                                        <p:cTn id="39" dur="500"/>
                                        <p:tgtEl>
                                          <p:spTgt spid="3">
                                            <p:txEl>
                                              <p:pRg st="13" end="13"/>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3">
                                            <p:txEl>
                                              <p:pRg st="14" end="14"/>
                                            </p:txEl>
                                          </p:spTgt>
                                        </p:tgtEl>
                                        <p:attrNameLst>
                                          <p:attrName>style.visibility</p:attrName>
                                        </p:attrNameLst>
                                      </p:cBhvr>
                                      <p:to>
                                        <p:strVal val="visible"/>
                                      </p:to>
                                    </p:set>
                                    <p:animEffect transition="in" filter="randombar(horizontal)">
                                      <p:cBhvr>
                                        <p:cTn id="42" dur="500"/>
                                        <p:tgtEl>
                                          <p:spTgt spid="3">
                                            <p:txEl>
                                              <p:pRg st="14" end="1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47" dur="500"/>
                                        <p:tgtEl>
                                          <p:spTgt spid="6">
                                            <p:txEl>
                                              <p:pRg st="0" end="0"/>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6">
                                            <p:txEl>
                                              <p:pRg st="2" end="2"/>
                                            </p:txEl>
                                          </p:spTgt>
                                        </p:tgtEl>
                                        <p:attrNameLst>
                                          <p:attrName>style.visibility</p:attrName>
                                        </p:attrNameLst>
                                      </p:cBhvr>
                                      <p:to>
                                        <p:strVal val="visible"/>
                                      </p:to>
                                    </p:set>
                                    <p:animEffect transition="in" filter="randombar(horizontal)">
                                      <p:cBhvr>
                                        <p:cTn id="50" dur="500"/>
                                        <p:tgtEl>
                                          <p:spTgt spid="6">
                                            <p:txEl>
                                              <p:pRg st="2" end="2"/>
                                            </p:txEl>
                                          </p:spTgt>
                                        </p:tgtEl>
                                      </p:cBhvr>
                                    </p:animEffect>
                                  </p:childTnLst>
                                </p:cTn>
                              </p:par>
                              <p:par>
                                <p:cTn id="51" presetID="14" presetClass="entr" presetSubtype="10" fill="hold" nodeType="withEffect">
                                  <p:stCondLst>
                                    <p:cond delay="0"/>
                                  </p:stCondLst>
                                  <p:childTnLst>
                                    <p:set>
                                      <p:cBhvr>
                                        <p:cTn id="52" dur="1" fill="hold">
                                          <p:stCondLst>
                                            <p:cond delay="0"/>
                                          </p:stCondLst>
                                        </p:cTn>
                                        <p:tgtEl>
                                          <p:spTgt spid="6">
                                            <p:txEl>
                                              <p:pRg st="3" end="3"/>
                                            </p:txEl>
                                          </p:spTgt>
                                        </p:tgtEl>
                                        <p:attrNameLst>
                                          <p:attrName>style.visibility</p:attrName>
                                        </p:attrNameLst>
                                      </p:cBhvr>
                                      <p:to>
                                        <p:strVal val="visible"/>
                                      </p:to>
                                    </p:set>
                                    <p:animEffect transition="in" filter="randombar(horizontal)">
                                      <p:cBhvr>
                                        <p:cTn id="53" dur="500"/>
                                        <p:tgtEl>
                                          <p:spTgt spid="6">
                                            <p:txEl>
                                              <p:pRg st="3" end="3"/>
                                            </p:txEl>
                                          </p:spTgt>
                                        </p:tgtEl>
                                      </p:cBhvr>
                                    </p:animEffect>
                                  </p:childTnLst>
                                </p:cTn>
                              </p:par>
                              <p:par>
                                <p:cTn id="54" presetID="14" presetClass="entr" presetSubtype="10" fill="hold" nodeType="withEffect">
                                  <p:stCondLst>
                                    <p:cond delay="0"/>
                                  </p:stCondLst>
                                  <p:childTnLst>
                                    <p:set>
                                      <p:cBhvr>
                                        <p:cTn id="55" dur="1" fill="hold">
                                          <p:stCondLst>
                                            <p:cond delay="0"/>
                                          </p:stCondLst>
                                        </p:cTn>
                                        <p:tgtEl>
                                          <p:spTgt spid="6">
                                            <p:txEl>
                                              <p:pRg st="4" end="4"/>
                                            </p:txEl>
                                          </p:spTgt>
                                        </p:tgtEl>
                                        <p:attrNameLst>
                                          <p:attrName>style.visibility</p:attrName>
                                        </p:attrNameLst>
                                      </p:cBhvr>
                                      <p:to>
                                        <p:strVal val="visible"/>
                                      </p:to>
                                    </p:set>
                                    <p:animEffect transition="in" filter="randombar(horizontal)">
                                      <p:cBhvr>
                                        <p:cTn id="56" dur="500"/>
                                        <p:tgtEl>
                                          <p:spTgt spid="6">
                                            <p:txEl>
                                              <p:pRg st="4" end="4"/>
                                            </p:txEl>
                                          </p:spTgt>
                                        </p:tgtEl>
                                      </p:cBhvr>
                                    </p:animEffect>
                                  </p:childTnLst>
                                </p:cTn>
                              </p:par>
                              <p:par>
                                <p:cTn id="57" presetID="14" presetClass="entr" presetSubtype="10" fill="hold" nodeType="withEffect">
                                  <p:stCondLst>
                                    <p:cond delay="0"/>
                                  </p:stCondLst>
                                  <p:childTnLst>
                                    <p:set>
                                      <p:cBhvr>
                                        <p:cTn id="58" dur="1" fill="hold">
                                          <p:stCondLst>
                                            <p:cond delay="0"/>
                                          </p:stCondLst>
                                        </p:cTn>
                                        <p:tgtEl>
                                          <p:spTgt spid="6">
                                            <p:txEl>
                                              <p:pRg st="6" end="6"/>
                                            </p:txEl>
                                          </p:spTgt>
                                        </p:tgtEl>
                                        <p:attrNameLst>
                                          <p:attrName>style.visibility</p:attrName>
                                        </p:attrNameLst>
                                      </p:cBhvr>
                                      <p:to>
                                        <p:strVal val="visible"/>
                                      </p:to>
                                    </p:set>
                                    <p:animEffect transition="in" filter="randombar(horizontal)">
                                      <p:cBhvr>
                                        <p:cTn id="59" dur="500"/>
                                        <p:tgtEl>
                                          <p:spTgt spid="6">
                                            <p:txEl>
                                              <p:pRg st="6" end="6"/>
                                            </p:txEl>
                                          </p:spTgt>
                                        </p:tgtEl>
                                      </p:cBhvr>
                                    </p:animEffect>
                                  </p:childTnLst>
                                </p:cTn>
                              </p:par>
                              <p:par>
                                <p:cTn id="60" presetID="14" presetClass="entr" presetSubtype="10" fill="hold" nodeType="withEffect">
                                  <p:stCondLst>
                                    <p:cond delay="0"/>
                                  </p:stCondLst>
                                  <p:childTnLst>
                                    <p:set>
                                      <p:cBhvr>
                                        <p:cTn id="61" dur="1" fill="hold">
                                          <p:stCondLst>
                                            <p:cond delay="0"/>
                                          </p:stCondLst>
                                        </p:cTn>
                                        <p:tgtEl>
                                          <p:spTgt spid="6">
                                            <p:txEl>
                                              <p:pRg st="7" end="7"/>
                                            </p:txEl>
                                          </p:spTgt>
                                        </p:tgtEl>
                                        <p:attrNameLst>
                                          <p:attrName>style.visibility</p:attrName>
                                        </p:attrNameLst>
                                      </p:cBhvr>
                                      <p:to>
                                        <p:strVal val="visible"/>
                                      </p:to>
                                    </p:set>
                                    <p:animEffect transition="in" filter="randombar(horizontal)">
                                      <p:cBhvr>
                                        <p:cTn id="62" dur="500"/>
                                        <p:tgtEl>
                                          <p:spTgt spid="6">
                                            <p:txEl>
                                              <p:pRg st="7" end="7"/>
                                            </p:txEl>
                                          </p:spTgt>
                                        </p:tgtEl>
                                      </p:cBhvr>
                                    </p:animEffect>
                                  </p:childTnLst>
                                </p:cTn>
                              </p:par>
                              <p:par>
                                <p:cTn id="63" presetID="14" presetClass="entr" presetSubtype="10" fill="hold" nodeType="withEffect">
                                  <p:stCondLst>
                                    <p:cond delay="0"/>
                                  </p:stCondLst>
                                  <p:childTnLst>
                                    <p:set>
                                      <p:cBhvr>
                                        <p:cTn id="64" dur="1" fill="hold">
                                          <p:stCondLst>
                                            <p:cond delay="0"/>
                                          </p:stCondLst>
                                        </p:cTn>
                                        <p:tgtEl>
                                          <p:spTgt spid="6">
                                            <p:txEl>
                                              <p:pRg st="8" end="8"/>
                                            </p:txEl>
                                          </p:spTgt>
                                        </p:tgtEl>
                                        <p:attrNameLst>
                                          <p:attrName>style.visibility</p:attrName>
                                        </p:attrNameLst>
                                      </p:cBhvr>
                                      <p:to>
                                        <p:strVal val="visible"/>
                                      </p:to>
                                    </p:set>
                                    <p:animEffect transition="in" filter="randombar(horizontal)">
                                      <p:cBhvr>
                                        <p:cTn id="65" dur="500"/>
                                        <p:tgtEl>
                                          <p:spTgt spid="6">
                                            <p:txEl>
                                              <p:pRg st="8" end="8"/>
                                            </p:txEl>
                                          </p:spTgt>
                                        </p:tgtEl>
                                      </p:cBhvr>
                                    </p:animEffect>
                                  </p:childTnLst>
                                </p:cTn>
                              </p:par>
                              <p:par>
                                <p:cTn id="66" presetID="14" presetClass="entr" presetSubtype="10" fill="hold" nodeType="withEffect">
                                  <p:stCondLst>
                                    <p:cond delay="0"/>
                                  </p:stCondLst>
                                  <p:childTnLst>
                                    <p:set>
                                      <p:cBhvr>
                                        <p:cTn id="67" dur="1" fill="hold">
                                          <p:stCondLst>
                                            <p:cond delay="0"/>
                                          </p:stCondLst>
                                        </p:cTn>
                                        <p:tgtEl>
                                          <p:spTgt spid="6">
                                            <p:txEl>
                                              <p:pRg st="9" end="9"/>
                                            </p:txEl>
                                          </p:spTgt>
                                        </p:tgtEl>
                                        <p:attrNameLst>
                                          <p:attrName>style.visibility</p:attrName>
                                        </p:attrNameLst>
                                      </p:cBhvr>
                                      <p:to>
                                        <p:strVal val="visible"/>
                                      </p:to>
                                    </p:set>
                                    <p:animEffect transition="in" filter="randombar(horizontal)">
                                      <p:cBhvr>
                                        <p:cTn id="68" dur="500"/>
                                        <p:tgtEl>
                                          <p:spTgt spid="6">
                                            <p:txEl>
                                              <p:pRg st="9" end="9"/>
                                            </p:txEl>
                                          </p:spTgt>
                                        </p:tgtEl>
                                      </p:cBhvr>
                                    </p:animEffect>
                                  </p:childTnLst>
                                </p:cTn>
                              </p:par>
                              <p:par>
                                <p:cTn id="69" presetID="14" presetClass="entr" presetSubtype="10" fill="hold" nodeType="withEffect">
                                  <p:stCondLst>
                                    <p:cond delay="0"/>
                                  </p:stCondLst>
                                  <p:childTnLst>
                                    <p:set>
                                      <p:cBhvr>
                                        <p:cTn id="70" dur="1" fill="hold">
                                          <p:stCondLst>
                                            <p:cond delay="0"/>
                                          </p:stCondLst>
                                        </p:cTn>
                                        <p:tgtEl>
                                          <p:spTgt spid="6">
                                            <p:txEl>
                                              <p:pRg st="10" end="10"/>
                                            </p:txEl>
                                          </p:spTgt>
                                        </p:tgtEl>
                                        <p:attrNameLst>
                                          <p:attrName>style.visibility</p:attrName>
                                        </p:attrNameLst>
                                      </p:cBhvr>
                                      <p:to>
                                        <p:strVal val="visible"/>
                                      </p:to>
                                    </p:set>
                                    <p:animEffect transition="in" filter="randombar(horizontal)">
                                      <p:cBhvr>
                                        <p:cTn id="71" dur="500"/>
                                        <p:tgtEl>
                                          <p:spTgt spid="6">
                                            <p:txEl>
                                              <p:pRg st="10" end="10"/>
                                            </p:txEl>
                                          </p:spTgt>
                                        </p:tgtEl>
                                      </p:cBhvr>
                                    </p:animEffect>
                                  </p:childTnLst>
                                </p:cTn>
                              </p:par>
                              <p:par>
                                <p:cTn id="72" presetID="14" presetClass="entr" presetSubtype="10" fill="hold" nodeType="withEffect">
                                  <p:stCondLst>
                                    <p:cond delay="0"/>
                                  </p:stCondLst>
                                  <p:childTnLst>
                                    <p:set>
                                      <p:cBhvr>
                                        <p:cTn id="73" dur="1" fill="hold">
                                          <p:stCondLst>
                                            <p:cond delay="0"/>
                                          </p:stCondLst>
                                        </p:cTn>
                                        <p:tgtEl>
                                          <p:spTgt spid="6">
                                            <p:txEl>
                                              <p:pRg st="11" end="11"/>
                                            </p:txEl>
                                          </p:spTgt>
                                        </p:tgtEl>
                                        <p:attrNameLst>
                                          <p:attrName>style.visibility</p:attrName>
                                        </p:attrNameLst>
                                      </p:cBhvr>
                                      <p:to>
                                        <p:strVal val="visible"/>
                                      </p:to>
                                    </p:set>
                                    <p:animEffect transition="in" filter="randombar(horizontal)">
                                      <p:cBhvr>
                                        <p:cTn id="74" dur="500"/>
                                        <p:tgtEl>
                                          <p:spTgt spid="6">
                                            <p:txEl>
                                              <p:pRg st="11" end="11"/>
                                            </p:txEl>
                                          </p:spTgt>
                                        </p:tgtEl>
                                      </p:cBhvr>
                                    </p:animEffect>
                                  </p:childTnLst>
                                </p:cTn>
                              </p:par>
                              <p:par>
                                <p:cTn id="75" presetID="14" presetClass="entr" presetSubtype="10" fill="hold" nodeType="withEffect">
                                  <p:stCondLst>
                                    <p:cond delay="0"/>
                                  </p:stCondLst>
                                  <p:childTnLst>
                                    <p:set>
                                      <p:cBhvr>
                                        <p:cTn id="76" dur="1" fill="hold">
                                          <p:stCondLst>
                                            <p:cond delay="0"/>
                                          </p:stCondLst>
                                        </p:cTn>
                                        <p:tgtEl>
                                          <p:spTgt spid="6">
                                            <p:txEl>
                                              <p:pRg st="12" end="12"/>
                                            </p:txEl>
                                          </p:spTgt>
                                        </p:tgtEl>
                                        <p:attrNameLst>
                                          <p:attrName>style.visibility</p:attrName>
                                        </p:attrNameLst>
                                      </p:cBhvr>
                                      <p:to>
                                        <p:strVal val="visible"/>
                                      </p:to>
                                    </p:set>
                                    <p:animEffect transition="in" filter="randombar(horizontal)">
                                      <p:cBhvr>
                                        <p:cTn id="7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28013540-AC88-051B-F286-43A4F9054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D3EA5-617D-874B-56BF-74E6EB0F0FCE}"/>
              </a:ext>
            </a:extLst>
          </p:cNvPr>
          <p:cNvSpPr>
            <a:spLocks noGrp="1"/>
          </p:cNvSpPr>
          <p:nvPr>
            <p:ph type="title"/>
          </p:nvPr>
        </p:nvSpPr>
        <p:spPr>
          <a:xfrm>
            <a:off x="917662" y="317634"/>
            <a:ext cx="10209142" cy="368446"/>
          </a:xfrm>
        </p:spPr>
        <p:txBody>
          <a:bodyPr/>
          <a:lstStyle/>
          <a:p>
            <a:r>
              <a:rPr lang="en-US" sz="1600" dirty="0">
                <a:latin typeface="Poppins" panose="00000500000000000000" pitchFamily="2" charset="0"/>
                <a:cs typeface="Poppins" panose="00000500000000000000" pitchFamily="2" charset="0"/>
              </a:rPr>
              <a:t>1. Main Components of a Computer System (Hardware) </a:t>
            </a:r>
            <a:r>
              <a:rPr lang="en-IN" sz="1600" dirty="0">
                <a:latin typeface="Poppins" panose="00000500000000000000" pitchFamily="2" charset="0"/>
                <a:cs typeface="Poppins" panose="00000500000000000000" pitchFamily="2" charset="0"/>
              </a:rPr>
              <a:t>|  </a:t>
            </a:r>
            <a:r>
              <a:rPr lang="hi-IN" sz="1600" dirty="0">
                <a:solidFill>
                  <a:schemeClr val="bg1">
                    <a:lumMod val="50000"/>
                  </a:schemeClr>
                </a:solidFill>
                <a:latin typeface="Poppins" panose="00000500000000000000" pitchFamily="2" charset="0"/>
                <a:cs typeface="Poppins" panose="00000500000000000000" pitchFamily="2" charset="0"/>
              </a:rPr>
              <a:t>कंप्यूटर सिस्टम के मुख्य घटक (हार्डवेयर)</a:t>
            </a:r>
            <a:endParaRPr lang="en-IN" sz="16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C829450E-8735-C30B-274D-52EEE147A25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4" name="Rectangle 1">
            <a:extLst>
              <a:ext uri="{FF2B5EF4-FFF2-40B4-BE49-F238E27FC236}">
                <a16:creationId xmlns:a16="http://schemas.microsoft.com/office/drawing/2014/main" id="{E88D043A-26EC-BC8B-B8F9-AE2ECA551A2C}"/>
              </a:ext>
            </a:extLst>
          </p:cNvPr>
          <p:cNvSpPr>
            <a:spLocks noChangeArrowheads="1"/>
          </p:cNvSpPr>
          <p:nvPr/>
        </p:nvSpPr>
        <p:spPr bwMode="auto">
          <a:xfrm>
            <a:off x="914480" y="1269971"/>
            <a:ext cx="5107753" cy="5159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05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Memory (Primary Storage)</a:t>
            </a:r>
            <a:endPar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RAM (Random Access Memory)</a:t>
            </a: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 – Stores data and instructions currently being used (volatile).</a:t>
            </a: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ROM (Read Only Memory)</a:t>
            </a: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 – Stores permanent instructions like firmware/boot loader (non-volatile).</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05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Secondary Storage</a:t>
            </a:r>
            <a:endPar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Purpose: Long-term storage of programs and data.</a:t>
            </a: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Examples: Hard Disk Drive (HDD), Solid State Drive (SSD), Optical Discs, USB drives.</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05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Output Devices</a:t>
            </a:r>
            <a:endPar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Purpose: Display or produce processed data in human-readable form.</a:t>
            </a: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Examples: Monitor, Printer, Speaker, Projector.</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05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Motherboard</a:t>
            </a:r>
            <a:endPar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Purpose: The main circuit board that connects CPU, memory, storage, and I/O devices.</a:t>
            </a: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Contains system bus (data bus, address bus, control bus).</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05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Power Supply Unit (PSU)</a:t>
            </a:r>
            <a:endPar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Converts electricity from wall outlet into the right form for computer components.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05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p:txBody>
      </p:sp>
      <p:sp>
        <p:nvSpPr>
          <p:cNvPr id="7" name="Rectangle 1">
            <a:extLst>
              <a:ext uri="{FF2B5EF4-FFF2-40B4-BE49-F238E27FC236}">
                <a16:creationId xmlns:a16="http://schemas.microsoft.com/office/drawing/2014/main" id="{9C34444C-C1E9-9F69-1166-7CC875C8F4A4}"/>
              </a:ext>
            </a:extLst>
          </p:cNvPr>
          <p:cNvSpPr>
            <a:spLocks noChangeArrowheads="1"/>
          </p:cNvSpPr>
          <p:nvPr/>
        </p:nvSpPr>
        <p:spPr bwMode="auto">
          <a:xfrm>
            <a:off x="6169767" y="1512344"/>
            <a:ext cx="5107753" cy="4674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defTabSz="914400" eaLnBrk="0" fontAlgn="base" hangingPunct="0">
              <a:lnSpc>
                <a:spcPct val="150000"/>
              </a:lnSpc>
              <a:spcBef>
                <a:spcPct val="0"/>
              </a:spcBef>
              <a:spcAft>
                <a:spcPct val="0"/>
              </a:spcAft>
              <a:buFont typeface="Wingdings" panose="05000000000000000000" pitchFamily="2" charset="2"/>
              <a:buChar char="q"/>
            </a:pPr>
            <a:r>
              <a:rPr lang="hi-IN" altLang="en-US" sz="1050" b="1" dirty="0">
                <a:solidFill>
                  <a:schemeClr val="bg1">
                    <a:lumMod val="50000"/>
                  </a:schemeClr>
                </a:solidFill>
                <a:latin typeface="Poppins" panose="00000500000000000000" pitchFamily="2" charset="0"/>
                <a:cs typeface="Poppins" panose="00000500000000000000" pitchFamily="2" charset="0"/>
              </a:rPr>
              <a:t>मेमोरी (प्राथमिक भंडारण)</a:t>
            </a:r>
            <a:endParaRPr lang="en-US" altLang="en-US" sz="105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lang="hi-IN" altLang="en-US" sz="1050" b="1" dirty="0">
                <a:solidFill>
                  <a:schemeClr val="bg1">
                    <a:lumMod val="50000"/>
                  </a:schemeClr>
                </a:solidFill>
                <a:latin typeface="Poppins" panose="00000500000000000000" pitchFamily="2" charset="0"/>
                <a:cs typeface="Poppins" panose="00000500000000000000" pitchFamily="2" charset="0"/>
              </a:rPr>
              <a:t>रैम (रैंडम एक्सेस मेमोरी) - वर्तमान में उपयोग किए जा रहे डेटा और निर्देशों को संग्रहीत करता है (अस्थिर)।</a:t>
            </a:r>
            <a:endParaRPr lang="en-US" altLang="en-US" sz="105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lang="en-US" altLang="en-US" sz="1050" b="1" dirty="0">
                <a:solidFill>
                  <a:schemeClr val="bg1">
                    <a:lumMod val="50000"/>
                  </a:schemeClr>
                </a:solidFill>
                <a:latin typeface="Poppins" panose="00000500000000000000" pitchFamily="2" charset="0"/>
                <a:cs typeface="Poppins" panose="00000500000000000000" pitchFamily="2" charset="0"/>
              </a:rPr>
              <a:t>ROM (</a:t>
            </a:r>
            <a:r>
              <a:rPr lang="hi-IN" altLang="en-US" sz="1050" b="1" dirty="0">
                <a:solidFill>
                  <a:schemeClr val="bg1">
                    <a:lumMod val="50000"/>
                  </a:schemeClr>
                </a:solidFill>
                <a:latin typeface="Poppins" panose="00000500000000000000" pitchFamily="2" charset="0"/>
                <a:cs typeface="Poppins" panose="00000500000000000000" pitchFamily="2" charset="0"/>
              </a:rPr>
              <a:t>रीड ओनली मेमोरी) - फर्मवेयर/बूट लोडर (नॉन-वोलाटाइल) जैसे स्थायी निर्देशों को स्टोर करता है।</a:t>
            </a:r>
            <a:endParaRPr kumimoji="0" lang="en-US" altLang="en-US" sz="105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lnSpc>
                <a:spcPct val="150000"/>
              </a:lnSpc>
              <a:spcBef>
                <a:spcPct val="0"/>
              </a:spcBef>
              <a:spcAft>
                <a:spcPct val="0"/>
              </a:spcAft>
              <a:buFont typeface="Wingdings" panose="05000000000000000000" pitchFamily="2" charset="2"/>
              <a:buChar char="q"/>
            </a:pPr>
            <a:r>
              <a:rPr lang="hi-IN" altLang="en-US" sz="1050" b="1" dirty="0">
                <a:solidFill>
                  <a:schemeClr val="bg1">
                    <a:lumMod val="50000"/>
                  </a:schemeClr>
                </a:solidFill>
                <a:latin typeface="Poppins" panose="00000500000000000000" pitchFamily="2" charset="0"/>
                <a:cs typeface="Poppins" panose="00000500000000000000" pitchFamily="2" charset="0"/>
              </a:rPr>
              <a:t>माध्यमिक भंडारण</a:t>
            </a:r>
            <a:endParaRPr lang="en-US" altLang="en-US" sz="105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lang="hi-IN" altLang="en-US" sz="1050" dirty="0">
                <a:solidFill>
                  <a:schemeClr val="bg1">
                    <a:lumMod val="50000"/>
                  </a:schemeClr>
                </a:solidFill>
                <a:latin typeface="Poppins" panose="00000500000000000000" pitchFamily="2" charset="0"/>
                <a:cs typeface="Poppins" panose="00000500000000000000" pitchFamily="2" charset="0"/>
              </a:rPr>
              <a:t>उद्देश्य: कार्यक्रमों और डेटा का दीर्घकालिक भंडारण।</a:t>
            </a:r>
            <a:endParaRPr lang="en-US" altLang="en-US" sz="105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lang="hi-IN" altLang="en-US" sz="1050" dirty="0">
                <a:solidFill>
                  <a:schemeClr val="bg1">
                    <a:lumMod val="50000"/>
                  </a:schemeClr>
                </a:solidFill>
                <a:latin typeface="Poppins" panose="00000500000000000000" pitchFamily="2" charset="0"/>
                <a:cs typeface="Poppins" panose="00000500000000000000" pitchFamily="2" charset="0"/>
              </a:rPr>
              <a:t>उदाहरण: हार्ड डिस्क ड्राइव (</a:t>
            </a:r>
            <a:r>
              <a:rPr lang="en-US" altLang="en-US" sz="1050" dirty="0">
                <a:solidFill>
                  <a:schemeClr val="bg1">
                    <a:lumMod val="50000"/>
                  </a:schemeClr>
                </a:solidFill>
                <a:latin typeface="Poppins" panose="00000500000000000000" pitchFamily="2" charset="0"/>
                <a:cs typeface="Poppins" panose="00000500000000000000" pitchFamily="2" charset="0"/>
              </a:rPr>
              <a:t>HDD), </a:t>
            </a:r>
            <a:r>
              <a:rPr lang="hi-IN" altLang="en-US" sz="1050" dirty="0">
                <a:solidFill>
                  <a:schemeClr val="bg1">
                    <a:lumMod val="50000"/>
                  </a:schemeClr>
                </a:solidFill>
                <a:latin typeface="Poppins" panose="00000500000000000000" pitchFamily="2" charset="0"/>
                <a:cs typeface="Poppins" panose="00000500000000000000" pitchFamily="2" charset="0"/>
              </a:rPr>
              <a:t>सॉलिड स्टेट ड्राइव (</a:t>
            </a:r>
            <a:r>
              <a:rPr lang="en-US" altLang="en-US" sz="1050" dirty="0">
                <a:solidFill>
                  <a:schemeClr val="bg1">
                    <a:lumMod val="50000"/>
                  </a:schemeClr>
                </a:solidFill>
                <a:latin typeface="Poppins" panose="00000500000000000000" pitchFamily="2" charset="0"/>
                <a:cs typeface="Poppins" panose="00000500000000000000" pitchFamily="2" charset="0"/>
              </a:rPr>
              <a:t>SSD), </a:t>
            </a:r>
            <a:r>
              <a:rPr lang="hi-IN" altLang="en-US" sz="1050" dirty="0">
                <a:solidFill>
                  <a:schemeClr val="bg1">
                    <a:lumMod val="50000"/>
                  </a:schemeClr>
                </a:solidFill>
                <a:latin typeface="Poppins" panose="00000500000000000000" pitchFamily="2" charset="0"/>
                <a:cs typeface="Poppins" panose="00000500000000000000" pitchFamily="2" charset="0"/>
              </a:rPr>
              <a:t>ऑप्टिकल डिस्क, </a:t>
            </a:r>
            <a:r>
              <a:rPr lang="en-US" altLang="en-US" sz="1050" dirty="0">
                <a:solidFill>
                  <a:schemeClr val="bg1">
                    <a:lumMod val="50000"/>
                  </a:schemeClr>
                </a:solidFill>
                <a:latin typeface="Poppins" panose="00000500000000000000" pitchFamily="2" charset="0"/>
                <a:cs typeface="Poppins" panose="00000500000000000000" pitchFamily="2" charset="0"/>
              </a:rPr>
              <a:t>USB </a:t>
            </a:r>
            <a:r>
              <a:rPr lang="hi-IN" altLang="en-US" sz="1050" dirty="0">
                <a:solidFill>
                  <a:schemeClr val="bg1">
                    <a:lumMod val="50000"/>
                  </a:schemeClr>
                </a:solidFill>
                <a:latin typeface="Poppins" panose="00000500000000000000" pitchFamily="2" charset="0"/>
                <a:cs typeface="Poppins" panose="00000500000000000000" pitchFamily="2" charset="0"/>
              </a:rPr>
              <a:t>ड्राइव।</a:t>
            </a:r>
            <a:endParaRPr lang="en-US" altLang="en-US" sz="1050" dirty="0">
              <a:solidFill>
                <a:schemeClr val="bg1">
                  <a:lumMod val="50000"/>
                </a:schemeClr>
              </a:solidFill>
              <a:latin typeface="Poppins" panose="00000500000000000000" pitchFamily="2" charset="0"/>
              <a:cs typeface="Poppins" panose="00000500000000000000" pitchFamily="2" charset="0"/>
            </a:endParaRPr>
          </a:p>
          <a:p>
            <a:pPr marL="171450" indent="-171450" defTabSz="914400" eaLnBrk="0" fontAlgn="base" hangingPunct="0">
              <a:lnSpc>
                <a:spcPct val="150000"/>
              </a:lnSpc>
              <a:spcBef>
                <a:spcPct val="0"/>
              </a:spcBef>
              <a:spcAft>
                <a:spcPct val="0"/>
              </a:spcAft>
              <a:buFont typeface="Wingdings" panose="05000000000000000000" pitchFamily="2" charset="2"/>
              <a:buChar char="q"/>
            </a:pPr>
            <a:r>
              <a:rPr lang="hi-IN" altLang="en-US" sz="1050" b="1" dirty="0">
                <a:solidFill>
                  <a:schemeClr val="bg1">
                    <a:lumMod val="50000"/>
                  </a:schemeClr>
                </a:solidFill>
                <a:latin typeface="Poppins" panose="00000500000000000000" pitchFamily="2" charset="0"/>
                <a:cs typeface="Poppins" panose="00000500000000000000" pitchFamily="2" charset="0"/>
              </a:rPr>
              <a:t>आउटपुट डिवाइस</a:t>
            </a:r>
            <a:endParaRPr lang="en-US" altLang="en-US" sz="105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lang="hi-IN" altLang="en-US" sz="1050" dirty="0">
                <a:solidFill>
                  <a:schemeClr val="bg1">
                    <a:lumMod val="50000"/>
                  </a:schemeClr>
                </a:solidFill>
                <a:latin typeface="Poppins" panose="00000500000000000000" pitchFamily="2" charset="0"/>
                <a:cs typeface="Poppins" panose="00000500000000000000" pitchFamily="2" charset="0"/>
              </a:rPr>
              <a:t>उद्देश्य: मानव-पठनीय रूप में संसाधित डेटा प्रदर्शित या उत्पन्न करना।
उदाहरण: मॉनिटर, प्रिंटर, स्पीकर, प्रोजेक्टर।</a:t>
            </a:r>
            <a:endParaRPr lang="en-US" altLang="en-US" sz="1050" dirty="0">
              <a:solidFill>
                <a:schemeClr val="bg1">
                  <a:lumMod val="50000"/>
                </a:schemeClr>
              </a:solidFill>
              <a:latin typeface="Poppins" panose="00000500000000000000" pitchFamily="2" charset="0"/>
              <a:cs typeface="Poppins" panose="00000500000000000000" pitchFamily="2" charset="0"/>
            </a:endParaRPr>
          </a:p>
          <a:p>
            <a:pPr marL="171450" indent="-171450" defTabSz="914400" eaLnBrk="0" fontAlgn="base" hangingPunct="0">
              <a:lnSpc>
                <a:spcPct val="150000"/>
              </a:lnSpc>
              <a:spcBef>
                <a:spcPct val="0"/>
              </a:spcBef>
              <a:spcAft>
                <a:spcPct val="0"/>
              </a:spcAft>
              <a:buFont typeface="Wingdings" panose="05000000000000000000" pitchFamily="2" charset="2"/>
              <a:buChar char="q"/>
            </a:pPr>
            <a:r>
              <a:rPr lang="hi-IN" altLang="en-US" sz="1050" b="1" dirty="0">
                <a:solidFill>
                  <a:schemeClr val="bg1">
                    <a:lumMod val="50000"/>
                  </a:schemeClr>
                </a:solidFill>
                <a:latin typeface="Poppins" panose="00000500000000000000" pitchFamily="2" charset="0"/>
                <a:cs typeface="Poppins" panose="00000500000000000000" pitchFamily="2" charset="0"/>
              </a:rPr>
              <a:t>मदरबोर्ड</a:t>
            </a:r>
            <a:endParaRPr lang="en-US" altLang="en-US" sz="105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lang="hi-IN" altLang="en-US" sz="1050" dirty="0">
                <a:solidFill>
                  <a:schemeClr val="bg1">
                    <a:lumMod val="50000"/>
                  </a:schemeClr>
                </a:solidFill>
                <a:latin typeface="Poppins" panose="00000500000000000000" pitchFamily="2" charset="0"/>
                <a:cs typeface="Poppins" panose="00000500000000000000" pitchFamily="2" charset="0"/>
              </a:rPr>
              <a:t>उद्देश्य: मुख्य सर्किट बोर्ड जो </a:t>
            </a:r>
            <a:r>
              <a:rPr lang="en-US" altLang="en-US" sz="1050" dirty="0">
                <a:solidFill>
                  <a:schemeClr val="bg1">
                    <a:lumMod val="50000"/>
                  </a:schemeClr>
                </a:solidFill>
                <a:latin typeface="Poppins" panose="00000500000000000000" pitchFamily="2" charset="0"/>
                <a:cs typeface="Poppins" panose="00000500000000000000" pitchFamily="2" charset="0"/>
              </a:rPr>
              <a:t>CPU, </a:t>
            </a:r>
            <a:r>
              <a:rPr lang="hi-IN" altLang="en-US" sz="1050" dirty="0">
                <a:solidFill>
                  <a:schemeClr val="bg1">
                    <a:lumMod val="50000"/>
                  </a:schemeClr>
                </a:solidFill>
                <a:latin typeface="Poppins" panose="00000500000000000000" pitchFamily="2" charset="0"/>
                <a:cs typeface="Poppins" panose="00000500000000000000" pitchFamily="2" charset="0"/>
              </a:rPr>
              <a:t>मेमोरी, स्टोरेज और </a:t>
            </a:r>
            <a:r>
              <a:rPr lang="en-US" altLang="en-US" sz="1050" dirty="0">
                <a:solidFill>
                  <a:schemeClr val="bg1">
                    <a:lumMod val="50000"/>
                  </a:schemeClr>
                </a:solidFill>
                <a:latin typeface="Poppins" panose="00000500000000000000" pitchFamily="2" charset="0"/>
                <a:cs typeface="Poppins" panose="00000500000000000000" pitchFamily="2" charset="0"/>
              </a:rPr>
              <a:t>I/O </a:t>
            </a:r>
            <a:r>
              <a:rPr lang="hi-IN" altLang="en-US" sz="1050" dirty="0">
                <a:solidFill>
                  <a:schemeClr val="bg1">
                    <a:lumMod val="50000"/>
                  </a:schemeClr>
                </a:solidFill>
                <a:latin typeface="Poppins" panose="00000500000000000000" pitchFamily="2" charset="0"/>
                <a:cs typeface="Poppins" panose="00000500000000000000" pitchFamily="2" charset="0"/>
              </a:rPr>
              <a:t>उपकरणों को जोड़ता है।
सिस्टम बस (डेटा बस, पता बस, नियंत्रण बस) शामिल हैं।</a:t>
            </a:r>
            <a:endParaRPr lang="en-US" altLang="en-US" sz="1050" dirty="0">
              <a:solidFill>
                <a:schemeClr val="bg1">
                  <a:lumMod val="50000"/>
                </a:schemeClr>
              </a:solidFill>
              <a:latin typeface="Poppins" panose="00000500000000000000" pitchFamily="2" charset="0"/>
              <a:cs typeface="Poppins" panose="00000500000000000000" pitchFamily="2" charset="0"/>
            </a:endParaRPr>
          </a:p>
          <a:p>
            <a:pPr marL="171450" indent="-171450" defTabSz="914400" eaLnBrk="0" fontAlgn="base" hangingPunct="0">
              <a:lnSpc>
                <a:spcPct val="150000"/>
              </a:lnSpc>
              <a:spcBef>
                <a:spcPct val="0"/>
              </a:spcBef>
              <a:spcAft>
                <a:spcPct val="0"/>
              </a:spcAft>
              <a:buFont typeface="Wingdings" panose="05000000000000000000" pitchFamily="2" charset="2"/>
              <a:buChar char="q"/>
            </a:pPr>
            <a:r>
              <a:rPr lang="hi-IN" altLang="en-US" sz="1050" b="1" dirty="0">
                <a:solidFill>
                  <a:schemeClr val="bg1">
                    <a:lumMod val="50000"/>
                  </a:schemeClr>
                </a:solidFill>
                <a:latin typeface="Poppins" panose="00000500000000000000" pitchFamily="2" charset="0"/>
                <a:cs typeface="Poppins" panose="00000500000000000000" pitchFamily="2" charset="0"/>
              </a:rPr>
              <a:t>विद्युत आपूर्ति इकाई (पीएसयू)</a:t>
            </a:r>
            <a:endParaRPr lang="en-US" altLang="en-US" sz="105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lnSpc>
                <a:spcPct val="150000"/>
              </a:lnSpc>
              <a:spcBef>
                <a:spcPct val="0"/>
              </a:spcBef>
              <a:spcAft>
                <a:spcPct val="0"/>
              </a:spcAft>
              <a:buFont typeface="Wingdings" panose="05000000000000000000" pitchFamily="2" charset="2"/>
              <a:buChar char="v"/>
            </a:pPr>
            <a:r>
              <a:rPr lang="hi-IN" altLang="en-US" sz="1050" dirty="0">
                <a:solidFill>
                  <a:schemeClr val="bg1">
                    <a:lumMod val="50000"/>
                  </a:schemeClr>
                </a:solidFill>
                <a:latin typeface="Poppins" panose="00000500000000000000" pitchFamily="2" charset="0"/>
                <a:cs typeface="Poppins" panose="00000500000000000000" pitchFamily="2" charset="0"/>
              </a:rPr>
              <a:t>कंप्यूटर घटकों के लिए दीवार आउटलेट से बिजली को सही रूप में परिवर्तित करता है</a:t>
            </a:r>
            <a:r>
              <a:rPr lang="en-US" altLang="en-US" sz="1050" dirty="0">
                <a:solidFill>
                  <a:schemeClr val="bg1">
                    <a:lumMod val="50000"/>
                  </a:schemeClr>
                </a:solidFill>
                <a:latin typeface="Poppins" panose="00000500000000000000" pitchFamily="2" charset="0"/>
                <a:cs typeface="Poppins" panose="00000500000000000000" pitchFamily="2" charset="0"/>
              </a:rPr>
              <a:t>.</a:t>
            </a:r>
            <a:endParaRPr kumimoji="0" lang="en-US" altLang="en-US" sz="105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4693944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5" dur="500"/>
                                        <p:tgtEl>
                                          <p:spTgt spid="4">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8" dur="500"/>
                                        <p:tgtEl>
                                          <p:spTgt spid="4">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1" dur="500"/>
                                        <p:tgtEl>
                                          <p:spTgt spid="4">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4" dur="500"/>
                                        <p:tgtEl>
                                          <p:spTgt spid="4">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7" dur="500"/>
                                        <p:tgtEl>
                                          <p:spTgt spid="4">
                                            <p:txEl>
                                              <p:pRg st="5" end="5"/>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randombar(horizontal)">
                                      <p:cBhvr>
                                        <p:cTn id="30" dur="500"/>
                                        <p:tgtEl>
                                          <p:spTgt spid="4">
                                            <p:txEl>
                                              <p:pRg st="6" end="6"/>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Effect transition="in" filter="randombar(horizontal)">
                                      <p:cBhvr>
                                        <p:cTn id="33" dur="500"/>
                                        <p:tgtEl>
                                          <p:spTgt spid="4">
                                            <p:txEl>
                                              <p:pRg st="7" end="7"/>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4">
                                            <p:txEl>
                                              <p:pRg st="8" end="8"/>
                                            </p:txEl>
                                          </p:spTgt>
                                        </p:tgtEl>
                                        <p:attrNameLst>
                                          <p:attrName>style.visibility</p:attrName>
                                        </p:attrNameLst>
                                      </p:cBhvr>
                                      <p:to>
                                        <p:strVal val="visible"/>
                                      </p:to>
                                    </p:set>
                                    <p:animEffect transition="in" filter="randombar(horizontal)">
                                      <p:cBhvr>
                                        <p:cTn id="36" dur="500"/>
                                        <p:tgtEl>
                                          <p:spTgt spid="4">
                                            <p:txEl>
                                              <p:pRg st="8" end="8"/>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animEffect transition="in" filter="randombar(horizontal)">
                                      <p:cBhvr>
                                        <p:cTn id="39" dur="500"/>
                                        <p:tgtEl>
                                          <p:spTgt spid="4">
                                            <p:txEl>
                                              <p:pRg st="9" end="9"/>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randombar(horizontal)">
                                      <p:cBhvr>
                                        <p:cTn id="42" dur="500"/>
                                        <p:tgtEl>
                                          <p:spTgt spid="4">
                                            <p:txEl>
                                              <p:pRg st="10" end="10"/>
                                            </p:txEl>
                                          </p:spTgt>
                                        </p:tgtEl>
                                      </p:cBhvr>
                                    </p:animEffect>
                                  </p:childTnLst>
                                </p:cTn>
                              </p:par>
                              <p:par>
                                <p:cTn id="43" presetID="14" presetClass="entr" presetSubtype="10" fill="hold" nodeType="withEffect">
                                  <p:stCondLst>
                                    <p:cond delay="0"/>
                                  </p:stCondLst>
                                  <p:childTnLst>
                                    <p:set>
                                      <p:cBhvr>
                                        <p:cTn id="44" dur="1" fill="hold">
                                          <p:stCondLst>
                                            <p:cond delay="0"/>
                                          </p:stCondLst>
                                        </p:cTn>
                                        <p:tgtEl>
                                          <p:spTgt spid="4">
                                            <p:txEl>
                                              <p:pRg st="11" end="11"/>
                                            </p:txEl>
                                          </p:spTgt>
                                        </p:tgtEl>
                                        <p:attrNameLst>
                                          <p:attrName>style.visibility</p:attrName>
                                        </p:attrNameLst>
                                      </p:cBhvr>
                                      <p:to>
                                        <p:strVal val="visible"/>
                                      </p:to>
                                    </p:set>
                                    <p:animEffect transition="in" filter="randombar(horizontal)">
                                      <p:cBhvr>
                                        <p:cTn id="45" dur="500"/>
                                        <p:tgtEl>
                                          <p:spTgt spid="4">
                                            <p:txEl>
                                              <p:pRg st="11" end="11"/>
                                            </p:txEl>
                                          </p:spTgt>
                                        </p:tgtEl>
                                      </p:cBhvr>
                                    </p:animEffect>
                                  </p:childTnLst>
                                </p:cTn>
                              </p:par>
                              <p:par>
                                <p:cTn id="46" presetID="14" presetClass="entr" presetSubtype="10" fill="hold" nodeType="withEffect">
                                  <p:stCondLst>
                                    <p:cond delay="0"/>
                                  </p:stCondLst>
                                  <p:childTnLst>
                                    <p:set>
                                      <p:cBhvr>
                                        <p:cTn id="47" dur="1" fill="hold">
                                          <p:stCondLst>
                                            <p:cond delay="0"/>
                                          </p:stCondLst>
                                        </p:cTn>
                                        <p:tgtEl>
                                          <p:spTgt spid="4">
                                            <p:txEl>
                                              <p:pRg st="12" end="12"/>
                                            </p:txEl>
                                          </p:spTgt>
                                        </p:tgtEl>
                                        <p:attrNameLst>
                                          <p:attrName>style.visibility</p:attrName>
                                        </p:attrNameLst>
                                      </p:cBhvr>
                                      <p:to>
                                        <p:strVal val="visible"/>
                                      </p:to>
                                    </p:set>
                                    <p:animEffect transition="in" filter="randombar(horizontal)">
                                      <p:cBhvr>
                                        <p:cTn id="48" dur="500"/>
                                        <p:tgtEl>
                                          <p:spTgt spid="4">
                                            <p:txEl>
                                              <p:pRg st="12" end="12"/>
                                            </p:txEl>
                                          </p:spTgt>
                                        </p:tgtEl>
                                      </p:cBhvr>
                                    </p:animEffect>
                                  </p:childTnLst>
                                </p:cTn>
                              </p:par>
                              <p:par>
                                <p:cTn id="49" presetID="14" presetClass="entr" presetSubtype="10" fill="hold" nodeType="withEffect">
                                  <p:stCondLst>
                                    <p:cond delay="0"/>
                                  </p:stCondLst>
                                  <p:childTnLst>
                                    <p:set>
                                      <p:cBhvr>
                                        <p:cTn id="50" dur="1" fill="hold">
                                          <p:stCondLst>
                                            <p:cond delay="0"/>
                                          </p:stCondLst>
                                        </p:cTn>
                                        <p:tgtEl>
                                          <p:spTgt spid="4">
                                            <p:txEl>
                                              <p:pRg st="13" end="13"/>
                                            </p:txEl>
                                          </p:spTgt>
                                        </p:tgtEl>
                                        <p:attrNameLst>
                                          <p:attrName>style.visibility</p:attrName>
                                        </p:attrNameLst>
                                      </p:cBhvr>
                                      <p:to>
                                        <p:strVal val="visible"/>
                                      </p:to>
                                    </p:set>
                                    <p:animEffect transition="in" filter="randombar(horizontal)">
                                      <p:cBhvr>
                                        <p:cTn id="51" dur="500"/>
                                        <p:tgtEl>
                                          <p:spTgt spid="4">
                                            <p:txEl>
                                              <p:pRg st="13" end="1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nodeType="clickEffect">
                                  <p:stCondLst>
                                    <p:cond delay="0"/>
                                  </p:stCondLst>
                                  <p:childTnLst>
                                    <p:set>
                                      <p:cBhvr>
                                        <p:cTn id="55" dur="1" fill="hold">
                                          <p:stCondLst>
                                            <p:cond delay="0"/>
                                          </p:stCondLst>
                                        </p:cTn>
                                        <p:tgtEl>
                                          <p:spTgt spid="7">
                                            <p:txEl>
                                              <p:pRg st="0" end="0"/>
                                            </p:txEl>
                                          </p:spTgt>
                                        </p:tgtEl>
                                        <p:attrNameLst>
                                          <p:attrName>style.visibility</p:attrName>
                                        </p:attrNameLst>
                                      </p:cBhvr>
                                      <p:to>
                                        <p:strVal val="visible"/>
                                      </p:to>
                                    </p:set>
                                    <p:animEffect transition="in" filter="randombar(horizontal)">
                                      <p:cBhvr>
                                        <p:cTn id="56" dur="500"/>
                                        <p:tgtEl>
                                          <p:spTgt spid="7">
                                            <p:txEl>
                                              <p:pRg st="0" end="0"/>
                                            </p:txEl>
                                          </p:spTgt>
                                        </p:tgtEl>
                                      </p:cBhvr>
                                    </p:animEffect>
                                  </p:childTnLst>
                                </p:cTn>
                              </p:par>
                              <p:par>
                                <p:cTn id="57" presetID="14" presetClass="entr" presetSubtype="10" fill="hold" nodeType="withEffect">
                                  <p:stCondLst>
                                    <p:cond delay="0"/>
                                  </p:stCondLst>
                                  <p:childTnLst>
                                    <p:set>
                                      <p:cBhvr>
                                        <p:cTn id="58" dur="1" fill="hold">
                                          <p:stCondLst>
                                            <p:cond delay="0"/>
                                          </p:stCondLst>
                                        </p:cTn>
                                        <p:tgtEl>
                                          <p:spTgt spid="7">
                                            <p:txEl>
                                              <p:pRg st="1" end="1"/>
                                            </p:txEl>
                                          </p:spTgt>
                                        </p:tgtEl>
                                        <p:attrNameLst>
                                          <p:attrName>style.visibility</p:attrName>
                                        </p:attrNameLst>
                                      </p:cBhvr>
                                      <p:to>
                                        <p:strVal val="visible"/>
                                      </p:to>
                                    </p:set>
                                    <p:animEffect transition="in" filter="randombar(horizontal)">
                                      <p:cBhvr>
                                        <p:cTn id="59" dur="500"/>
                                        <p:tgtEl>
                                          <p:spTgt spid="7">
                                            <p:txEl>
                                              <p:pRg st="1" end="1"/>
                                            </p:txEl>
                                          </p:spTgt>
                                        </p:tgtEl>
                                      </p:cBhvr>
                                    </p:animEffect>
                                  </p:childTnLst>
                                </p:cTn>
                              </p:par>
                              <p:par>
                                <p:cTn id="60" presetID="14" presetClass="entr" presetSubtype="10" fill="hold" nodeType="withEffect">
                                  <p:stCondLst>
                                    <p:cond delay="0"/>
                                  </p:stCondLst>
                                  <p:childTnLst>
                                    <p:set>
                                      <p:cBhvr>
                                        <p:cTn id="61" dur="1" fill="hold">
                                          <p:stCondLst>
                                            <p:cond delay="0"/>
                                          </p:stCondLst>
                                        </p:cTn>
                                        <p:tgtEl>
                                          <p:spTgt spid="7">
                                            <p:txEl>
                                              <p:pRg st="2" end="2"/>
                                            </p:txEl>
                                          </p:spTgt>
                                        </p:tgtEl>
                                        <p:attrNameLst>
                                          <p:attrName>style.visibility</p:attrName>
                                        </p:attrNameLst>
                                      </p:cBhvr>
                                      <p:to>
                                        <p:strVal val="visible"/>
                                      </p:to>
                                    </p:set>
                                    <p:animEffect transition="in" filter="randombar(horizontal)">
                                      <p:cBhvr>
                                        <p:cTn id="62" dur="500"/>
                                        <p:tgtEl>
                                          <p:spTgt spid="7">
                                            <p:txEl>
                                              <p:pRg st="2" end="2"/>
                                            </p:txEl>
                                          </p:spTgt>
                                        </p:tgtEl>
                                      </p:cBhvr>
                                    </p:animEffect>
                                  </p:childTnLst>
                                </p:cTn>
                              </p:par>
                              <p:par>
                                <p:cTn id="63" presetID="14" presetClass="entr" presetSubtype="10" fill="hold" nodeType="withEffect">
                                  <p:stCondLst>
                                    <p:cond delay="0"/>
                                  </p:stCondLst>
                                  <p:childTnLst>
                                    <p:set>
                                      <p:cBhvr>
                                        <p:cTn id="64" dur="1" fill="hold">
                                          <p:stCondLst>
                                            <p:cond delay="0"/>
                                          </p:stCondLst>
                                        </p:cTn>
                                        <p:tgtEl>
                                          <p:spTgt spid="7">
                                            <p:txEl>
                                              <p:pRg st="3" end="3"/>
                                            </p:txEl>
                                          </p:spTgt>
                                        </p:tgtEl>
                                        <p:attrNameLst>
                                          <p:attrName>style.visibility</p:attrName>
                                        </p:attrNameLst>
                                      </p:cBhvr>
                                      <p:to>
                                        <p:strVal val="visible"/>
                                      </p:to>
                                    </p:set>
                                    <p:animEffect transition="in" filter="randombar(horizontal)">
                                      <p:cBhvr>
                                        <p:cTn id="65" dur="500"/>
                                        <p:tgtEl>
                                          <p:spTgt spid="7">
                                            <p:txEl>
                                              <p:pRg st="3" end="3"/>
                                            </p:txEl>
                                          </p:spTgt>
                                        </p:tgtEl>
                                      </p:cBhvr>
                                    </p:animEffect>
                                  </p:childTnLst>
                                </p:cTn>
                              </p:par>
                              <p:par>
                                <p:cTn id="66" presetID="14" presetClass="entr" presetSubtype="10" fill="hold" nodeType="withEffect">
                                  <p:stCondLst>
                                    <p:cond delay="0"/>
                                  </p:stCondLst>
                                  <p:childTnLst>
                                    <p:set>
                                      <p:cBhvr>
                                        <p:cTn id="67" dur="1" fill="hold">
                                          <p:stCondLst>
                                            <p:cond delay="0"/>
                                          </p:stCondLst>
                                        </p:cTn>
                                        <p:tgtEl>
                                          <p:spTgt spid="7">
                                            <p:txEl>
                                              <p:pRg st="4" end="4"/>
                                            </p:txEl>
                                          </p:spTgt>
                                        </p:tgtEl>
                                        <p:attrNameLst>
                                          <p:attrName>style.visibility</p:attrName>
                                        </p:attrNameLst>
                                      </p:cBhvr>
                                      <p:to>
                                        <p:strVal val="visible"/>
                                      </p:to>
                                    </p:set>
                                    <p:animEffect transition="in" filter="randombar(horizontal)">
                                      <p:cBhvr>
                                        <p:cTn id="68" dur="500"/>
                                        <p:tgtEl>
                                          <p:spTgt spid="7">
                                            <p:txEl>
                                              <p:pRg st="4" end="4"/>
                                            </p:txEl>
                                          </p:spTgt>
                                        </p:tgtEl>
                                      </p:cBhvr>
                                    </p:animEffect>
                                  </p:childTnLst>
                                </p:cTn>
                              </p:par>
                              <p:par>
                                <p:cTn id="69" presetID="14" presetClass="entr" presetSubtype="10" fill="hold" nodeType="withEffect">
                                  <p:stCondLst>
                                    <p:cond delay="0"/>
                                  </p:stCondLst>
                                  <p:childTnLst>
                                    <p:set>
                                      <p:cBhvr>
                                        <p:cTn id="70" dur="1" fill="hold">
                                          <p:stCondLst>
                                            <p:cond delay="0"/>
                                          </p:stCondLst>
                                        </p:cTn>
                                        <p:tgtEl>
                                          <p:spTgt spid="7">
                                            <p:txEl>
                                              <p:pRg st="5" end="5"/>
                                            </p:txEl>
                                          </p:spTgt>
                                        </p:tgtEl>
                                        <p:attrNameLst>
                                          <p:attrName>style.visibility</p:attrName>
                                        </p:attrNameLst>
                                      </p:cBhvr>
                                      <p:to>
                                        <p:strVal val="visible"/>
                                      </p:to>
                                    </p:set>
                                    <p:animEffect transition="in" filter="randombar(horizontal)">
                                      <p:cBhvr>
                                        <p:cTn id="71" dur="500"/>
                                        <p:tgtEl>
                                          <p:spTgt spid="7">
                                            <p:txEl>
                                              <p:pRg st="5" end="5"/>
                                            </p:txEl>
                                          </p:spTgt>
                                        </p:tgtEl>
                                      </p:cBhvr>
                                    </p:animEffect>
                                  </p:childTnLst>
                                </p:cTn>
                              </p:par>
                              <p:par>
                                <p:cTn id="72" presetID="14" presetClass="entr" presetSubtype="10" fill="hold" nodeType="withEffect">
                                  <p:stCondLst>
                                    <p:cond delay="0"/>
                                  </p:stCondLst>
                                  <p:childTnLst>
                                    <p:set>
                                      <p:cBhvr>
                                        <p:cTn id="73" dur="1" fill="hold">
                                          <p:stCondLst>
                                            <p:cond delay="0"/>
                                          </p:stCondLst>
                                        </p:cTn>
                                        <p:tgtEl>
                                          <p:spTgt spid="7">
                                            <p:txEl>
                                              <p:pRg st="6" end="6"/>
                                            </p:txEl>
                                          </p:spTgt>
                                        </p:tgtEl>
                                        <p:attrNameLst>
                                          <p:attrName>style.visibility</p:attrName>
                                        </p:attrNameLst>
                                      </p:cBhvr>
                                      <p:to>
                                        <p:strVal val="visible"/>
                                      </p:to>
                                    </p:set>
                                    <p:animEffect transition="in" filter="randombar(horizontal)">
                                      <p:cBhvr>
                                        <p:cTn id="74" dur="500"/>
                                        <p:tgtEl>
                                          <p:spTgt spid="7">
                                            <p:txEl>
                                              <p:pRg st="6" end="6"/>
                                            </p:txEl>
                                          </p:spTgt>
                                        </p:tgtEl>
                                      </p:cBhvr>
                                    </p:animEffect>
                                  </p:childTnLst>
                                </p:cTn>
                              </p:par>
                              <p:par>
                                <p:cTn id="75" presetID="14" presetClass="entr" presetSubtype="10" fill="hold" nodeType="withEffect">
                                  <p:stCondLst>
                                    <p:cond delay="0"/>
                                  </p:stCondLst>
                                  <p:childTnLst>
                                    <p:set>
                                      <p:cBhvr>
                                        <p:cTn id="76" dur="1" fill="hold">
                                          <p:stCondLst>
                                            <p:cond delay="0"/>
                                          </p:stCondLst>
                                        </p:cTn>
                                        <p:tgtEl>
                                          <p:spTgt spid="7">
                                            <p:txEl>
                                              <p:pRg st="7" end="7"/>
                                            </p:txEl>
                                          </p:spTgt>
                                        </p:tgtEl>
                                        <p:attrNameLst>
                                          <p:attrName>style.visibility</p:attrName>
                                        </p:attrNameLst>
                                      </p:cBhvr>
                                      <p:to>
                                        <p:strVal val="visible"/>
                                      </p:to>
                                    </p:set>
                                    <p:animEffect transition="in" filter="randombar(horizontal)">
                                      <p:cBhvr>
                                        <p:cTn id="77" dur="500"/>
                                        <p:tgtEl>
                                          <p:spTgt spid="7">
                                            <p:txEl>
                                              <p:pRg st="7" end="7"/>
                                            </p:txEl>
                                          </p:spTgt>
                                        </p:tgtEl>
                                      </p:cBhvr>
                                    </p:animEffect>
                                  </p:childTnLst>
                                </p:cTn>
                              </p:par>
                              <p:par>
                                <p:cTn id="78" presetID="14" presetClass="entr" presetSubtype="10" fill="hold" nodeType="withEffect">
                                  <p:stCondLst>
                                    <p:cond delay="0"/>
                                  </p:stCondLst>
                                  <p:childTnLst>
                                    <p:set>
                                      <p:cBhvr>
                                        <p:cTn id="79" dur="1" fill="hold">
                                          <p:stCondLst>
                                            <p:cond delay="0"/>
                                          </p:stCondLst>
                                        </p:cTn>
                                        <p:tgtEl>
                                          <p:spTgt spid="7">
                                            <p:txEl>
                                              <p:pRg st="8" end="8"/>
                                            </p:txEl>
                                          </p:spTgt>
                                        </p:tgtEl>
                                        <p:attrNameLst>
                                          <p:attrName>style.visibility</p:attrName>
                                        </p:attrNameLst>
                                      </p:cBhvr>
                                      <p:to>
                                        <p:strVal val="visible"/>
                                      </p:to>
                                    </p:set>
                                    <p:animEffect transition="in" filter="randombar(horizontal)">
                                      <p:cBhvr>
                                        <p:cTn id="80" dur="500"/>
                                        <p:tgtEl>
                                          <p:spTgt spid="7">
                                            <p:txEl>
                                              <p:pRg st="8" end="8"/>
                                            </p:txEl>
                                          </p:spTgt>
                                        </p:tgtEl>
                                      </p:cBhvr>
                                    </p:animEffect>
                                  </p:childTnLst>
                                </p:cTn>
                              </p:par>
                              <p:par>
                                <p:cTn id="81" presetID="14" presetClass="entr" presetSubtype="10" fill="hold" nodeType="withEffect">
                                  <p:stCondLst>
                                    <p:cond delay="0"/>
                                  </p:stCondLst>
                                  <p:childTnLst>
                                    <p:set>
                                      <p:cBhvr>
                                        <p:cTn id="82" dur="1" fill="hold">
                                          <p:stCondLst>
                                            <p:cond delay="0"/>
                                          </p:stCondLst>
                                        </p:cTn>
                                        <p:tgtEl>
                                          <p:spTgt spid="7">
                                            <p:txEl>
                                              <p:pRg st="9" end="9"/>
                                            </p:txEl>
                                          </p:spTgt>
                                        </p:tgtEl>
                                        <p:attrNameLst>
                                          <p:attrName>style.visibility</p:attrName>
                                        </p:attrNameLst>
                                      </p:cBhvr>
                                      <p:to>
                                        <p:strVal val="visible"/>
                                      </p:to>
                                    </p:set>
                                    <p:animEffect transition="in" filter="randombar(horizontal)">
                                      <p:cBhvr>
                                        <p:cTn id="83" dur="500"/>
                                        <p:tgtEl>
                                          <p:spTgt spid="7">
                                            <p:txEl>
                                              <p:pRg st="9" end="9"/>
                                            </p:txEl>
                                          </p:spTgt>
                                        </p:tgtEl>
                                      </p:cBhvr>
                                    </p:animEffect>
                                  </p:childTnLst>
                                </p:cTn>
                              </p:par>
                              <p:par>
                                <p:cTn id="84" presetID="14" presetClass="entr" presetSubtype="10" fill="hold" nodeType="withEffect">
                                  <p:stCondLst>
                                    <p:cond delay="0"/>
                                  </p:stCondLst>
                                  <p:childTnLst>
                                    <p:set>
                                      <p:cBhvr>
                                        <p:cTn id="85" dur="1" fill="hold">
                                          <p:stCondLst>
                                            <p:cond delay="0"/>
                                          </p:stCondLst>
                                        </p:cTn>
                                        <p:tgtEl>
                                          <p:spTgt spid="7">
                                            <p:txEl>
                                              <p:pRg st="10" end="10"/>
                                            </p:txEl>
                                          </p:spTgt>
                                        </p:tgtEl>
                                        <p:attrNameLst>
                                          <p:attrName>style.visibility</p:attrName>
                                        </p:attrNameLst>
                                      </p:cBhvr>
                                      <p:to>
                                        <p:strVal val="visible"/>
                                      </p:to>
                                    </p:set>
                                    <p:animEffect transition="in" filter="randombar(horizontal)">
                                      <p:cBhvr>
                                        <p:cTn id="86" dur="500"/>
                                        <p:tgtEl>
                                          <p:spTgt spid="7">
                                            <p:txEl>
                                              <p:pRg st="10" end="10"/>
                                            </p:txEl>
                                          </p:spTgt>
                                        </p:tgtEl>
                                      </p:cBhvr>
                                    </p:animEffect>
                                  </p:childTnLst>
                                </p:cTn>
                              </p:par>
                              <p:par>
                                <p:cTn id="87" presetID="14" presetClass="entr" presetSubtype="10" fill="hold" nodeType="withEffect">
                                  <p:stCondLst>
                                    <p:cond delay="0"/>
                                  </p:stCondLst>
                                  <p:childTnLst>
                                    <p:set>
                                      <p:cBhvr>
                                        <p:cTn id="88" dur="1" fill="hold">
                                          <p:stCondLst>
                                            <p:cond delay="0"/>
                                          </p:stCondLst>
                                        </p:cTn>
                                        <p:tgtEl>
                                          <p:spTgt spid="7">
                                            <p:txEl>
                                              <p:pRg st="11" end="11"/>
                                            </p:txEl>
                                          </p:spTgt>
                                        </p:tgtEl>
                                        <p:attrNameLst>
                                          <p:attrName>style.visibility</p:attrName>
                                        </p:attrNameLst>
                                      </p:cBhvr>
                                      <p:to>
                                        <p:strVal val="visible"/>
                                      </p:to>
                                    </p:set>
                                    <p:animEffect transition="in" filter="randombar(horizontal)">
                                      <p:cBhvr>
                                        <p:cTn id="89"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F827F513-B7EA-D4DA-A051-5321964D7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D31F4-6598-5E4B-A780-E3D876E298E8}"/>
              </a:ext>
            </a:extLst>
          </p:cNvPr>
          <p:cNvSpPr>
            <a:spLocks noGrp="1"/>
          </p:cNvSpPr>
          <p:nvPr>
            <p:ph type="title"/>
          </p:nvPr>
        </p:nvSpPr>
        <p:spPr>
          <a:xfrm>
            <a:off x="917662" y="317634"/>
            <a:ext cx="10209142" cy="368446"/>
          </a:xfrm>
        </p:spPr>
        <p:txBody>
          <a:bodyPr/>
          <a:lstStyle/>
          <a:p>
            <a:r>
              <a:rPr lang="en-US" sz="1600" dirty="0">
                <a:latin typeface="Poppins" panose="00000500000000000000" pitchFamily="2" charset="0"/>
                <a:cs typeface="Poppins" panose="00000500000000000000" pitchFamily="2" charset="0"/>
              </a:rPr>
              <a:t>2. Workflow Outline (How They Work Together)  </a:t>
            </a:r>
            <a:r>
              <a:rPr lang="en-IN" sz="1600" dirty="0">
                <a:latin typeface="Poppins" panose="00000500000000000000" pitchFamily="2" charset="0"/>
                <a:cs typeface="Poppins" panose="00000500000000000000" pitchFamily="2" charset="0"/>
              </a:rPr>
              <a:t>|  </a:t>
            </a:r>
            <a:r>
              <a:rPr lang="hi-IN" sz="1600" dirty="0">
                <a:solidFill>
                  <a:schemeClr val="bg1">
                    <a:lumMod val="50000"/>
                  </a:schemeClr>
                </a:solidFill>
                <a:latin typeface="Poppins" panose="00000500000000000000" pitchFamily="2" charset="0"/>
                <a:cs typeface="Poppins" panose="00000500000000000000" pitchFamily="2" charset="0"/>
              </a:rPr>
              <a:t>वर्कफ़्लो बाह्यरेखा (वे एक साथ कैसे कार्य करते हैं)</a:t>
            </a:r>
            <a:endParaRPr lang="en-IN" sz="16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55FE762D-BBCA-DBD7-DB5D-3C54EB87B93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
        <p:nvSpPr>
          <p:cNvPr id="3" name="Rectangle 1">
            <a:extLst>
              <a:ext uri="{FF2B5EF4-FFF2-40B4-BE49-F238E27FC236}">
                <a16:creationId xmlns:a16="http://schemas.microsoft.com/office/drawing/2014/main" id="{F77F0809-4FDB-3495-D04E-B9E35D3ADB01}"/>
              </a:ext>
            </a:extLst>
          </p:cNvPr>
          <p:cNvSpPr>
            <a:spLocks noChangeArrowheads="1"/>
          </p:cNvSpPr>
          <p:nvPr/>
        </p:nvSpPr>
        <p:spPr bwMode="auto">
          <a:xfrm>
            <a:off x="917662" y="833954"/>
            <a:ext cx="506192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Input Stage</a:t>
            </a: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User gives input through devices (e.g., pressing a key, clicking mouse).</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Input data is converted into binary signals and sent to CPU via motherboard.</a:t>
            </a: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Processing Stage</a:t>
            </a: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Control Unit (CU) fetches the instruction from memory.</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Instruction is decoded (understood) by CPU.</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Arithmetic Logic Unit (ALU) performs required operation (calculation, comparison, decision).</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Registers and Cache provide temporary storage for quick execution.</a:t>
            </a: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Memory Interaction</a:t>
            </a: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CPU fetches data from RAM (faster but temporary).</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If not found, it may go to secondary storage (slower but permanent).</a:t>
            </a: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Output Stage</a:t>
            </a: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After processing, CPU sends results to output devices.</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Example: Numbers typed → CPU processes → Appears on screen.</a:t>
            </a: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Storage</a:t>
            </a:r>
            <a:endParaRPr kumimoji="0" lang="en-US" altLang="en-US" sz="120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Results can be stored permanently in HDD/SSD.</a:t>
            </a: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Example: Saving a Word document.</a:t>
            </a: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Control Flow</a:t>
            </a: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rPr>
              <a:t>Throughout this process, Control Unit manages timing, instruction flow, and communication between devices using system buses.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accent6">
                  <a:lumMod val="50000"/>
                </a:schemeClr>
              </a:solidFill>
              <a:effectLst/>
              <a:latin typeface="Poppins" panose="00000500000000000000" pitchFamily="2" charset="0"/>
              <a:cs typeface="Poppins" panose="00000500000000000000" pitchFamily="2" charset="0"/>
            </a:endParaRPr>
          </a:p>
        </p:txBody>
      </p:sp>
      <p:sp>
        <p:nvSpPr>
          <p:cNvPr id="6" name="Rectangle 1">
            <a:extLst>
              <a:ext uri="{FF2B5EF4-FFF2-40B4-BE49-F238E27FC236}">
                <a16:creationId xmlns:a16="http://schemas.microsoft.com/office/drawing/2014/main" id="{E789F419-BB14-1893-5644-2A8A1FF9892A}"/>
              </a:ext>
            </a:extLst>
          </p:cNvPr>
          <p:cNvSpPr>
            <a:spLocks noChangeArrowheads="1"/>
          </p:cNvSpPr>
          <p:nvPr/>
        </p:nvSpPr>
        <p:spPr bwMode="auto">
          <a:xfrm>
            <a:off x="6096000" y="854887"/>
            <a:ext cx="506192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defTabSz="914400" eaLnBrk="0" fontAlgn="base" hangingPunct="0">
              <a:spcBef>
                <a:spcPct val="0"/>
              </a:spcBef>
              <a:spcAft>
                <a:spcPct val="0"/>
              </a:spcAft>
              <a:buFont typeface="Wingdings" panose="05000000000000000000" pitchFamily="2" charset="2"/>
              <a:buChar char="q"/>
            </a:pPr>
            <a:r>
              <a:rPr lang="hi-IN" altLang="en-US" sz="1200" b="1" dirty="0">
                <a:solidFill>
                  <a:schemeClr val="bg1">
                    <a:lumMod val="50000"/>
                  </a:schemeClr>
                </a:solidFill>
                <a:latin typeface="Poppins" panose="00000500000000000000" pitchFamily="2" charset="0"/>
                <a:cs typeface="Poppins" panose="00000500000000000000" pitchFamily="2" charset="0"/>
              </a:rPr>
              <a:t>इनपुट चरण</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q"/>
            </a:pPr>
            <a:r>
              <a:rPr lang="hi-IN" altLang="en-US" sz="1200" dirty="0">
                <a:solidFill>
                  <a:schemeClr val="bg1">
                    <a:lumMod val="50000"/>
                  </a:schemeClr>
                </a:solidFill>
                <a:latin typeface="Poppins" panose="00000500000000000000" pitchFamily="2" charset="0"/>
                <a:cs typeface="Poppins" panose="00000500000000000000" pitchFamily="2" charset="0"/>
              </a:rPr>
              <a:t>उपयोगकर्ता उपकरणों के माध्यम से इनपुट देता है (उदाहरण के लिए, एक कुंजी दबाकर, माउस पर क्लिक करना)।
इनपुट डेटा को बाइनरी सिग्नल में परिवर्तित किया जाता है और मदरबोर्ड के माध्यम से सीपीयू को भेजा जाता है।</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q"/>
            </a:pPr>
            <a:endParaRPr kumimoji="0" lang="en-US" altLang="en-US" sz="120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spcBef>
                <a:spcPct val="0"/>
              </a:spcBef>
              <a:spcAft>
                <a:spcPct val="0"/>
              </a:spcAft>
              <a:buFont typeface="Wingdings" panose="05000000000000000000" pitchFamily="2" charset="2"/>
              <a:buChar char="q"/>
            </a:pPr>
            <a:r>
              <a:rPr lang="hi-IN" altLang="en-US" sz="1200" b="1" dirty="0">
                <a:solidFill>
                  <a:schemeClr val="bg1">
                    <a:lumMod val="50000"/>
                  </a:schemeClr>
                </a:solidFill>
                <a:latin typeface="Poppins" panose="00000500000000000000" pitchFamily="2" charset="0"/>
                <a:cs typeface="Poppins" panose="00000500000000000000" pitchFamily="2" charset="0"/>
              </a:rPr>
              <a:t>प्रसंस्करण चरण</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q"/>
            </a:pPr>
            <a:r>
              <a:rPr lang="hi-IN" altLang="en-US" sz="1200" dirty="0">
                <a:solidFill>
                  <a:schemeClr val="bg1">
                    <a:lumMod val="50000"/>
                  </a:schemeClr>
                </a:solidFill>
                <a:latin typeface="Poppins" panose="00000500000000000000" pitchFamily="2" charset="0"/>
                <a:cs typeface="Poppins" panose="00000500000000000000" pitchFamily="2" charset="0"/>
              </a:rPr>
              <a:t>कंट्रोल यूनिट (सीयू) मेमोरी से निर्देश प्राप्त करता है।
निर्देश सीपीयू द्वारा डिकोड (समझा) गया है।
अंकगणितीय तर्क इकाई (</a:t>
            </a:r>
            <a:r>
              <a:rPr lang="en-US" altLang="en-US" sz="1200" dirty="0">
                <a:solidFill>
                  <a:schemeClr val="bg1">
                    <a:lumMod val="50000"/>
                  </a:schemeClr>
                </a:solidFill>
                <a:latin typeface="Poppins" panose="00000500000000000000" pitchFamily="2" charset="0"/>
                <a:cs typeface="Poppins" panose="00000500000000000000" pitchFamily="2" charset="0"/>
              </a:rPr>
              <a:t>ALU) </a:t>
            </a:r>
            <a:r>
              <a:rPr lang="hi-IN" altLang="en-US" sz="1200" dirty="0">
                <a:solidFill>
                  <a:schemeClr val="bg1">
                    <a:lumMod val="50000"/>
                  </a:schemeClr>
                </a:solidFill>
                <a:latin typeface="Poppins" panose="00000500000000000000" pitchFamily="2" charset="0"/>
                <a:cs typeface="Poppins" panose="00000500000000000000" pitchFamily="2" charset="0"/>
              </a:rPr>
              <a:t>आवश्यक ऑपरेशन (गणना, तुलना, निर्णय) करती है।
रजिस्टर और कैश त्वरित निष्पादन के लिए अस्थायी भंडारण प्रदान करते हैं।</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q"/>
            </a:pPr>
            <a:endParaRPr kumimoji="0" lang="en-US" altLang="en-US" sz="120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spcBef>
                <a:spcPct val="0"/>
              </a:spcBef>
              <a:spcAft>
                <a:spcPct val="0"/>
              </a:spcAft>
              <a:buFont typeface="Wingdings" panose="05000000000000000000" pitchFamily="2" charset="2"/>
              <a:buChar char="q"/>
            </a:pPr>
            <a:r>
              <a:rPr lang="hi-IN" altLang="en-US" sz="1200" b="1" dirty="0">
                <a:solidFill>
                  <a:schemeClr val="bg1">
                    <a:lumMod val="50000"/>
                  </a:schemeClr>
                </a:solidFill>
                <a:latin typeface="Poppins" panose="00000500000000000000" pitchFamily="2" charset="0"/>
                <a:cs typeface="Poppins" panose="00000500000000000000" pitchFamily="2" charset="0"/>
              </a:rPr>
              <a:t>मेमोरी इंटरेक्शन</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q"/>
            </a:pPr>
            <a:r>
              <a:rPr lang="hi-IN" altLang="en-US" sz="1200" dirty="0">
                <a:solidFill>
                  <a:schemeClr val="bg1">
                    <a:lumMod val="50000"/>
                  </a:schemeClr>
                </a:solidFill>
                <a:latin typeface="Poppins" panose="00000500000000000000" pitchFamily="2" charset="0"/>
                <a:cs typeface="Poppins" panose="00000500000000000000" pitchFamily="2" charset="0"/>
              </a:rPr>
              <a:t>सीपीयू रैम (तेज लेकिन अस्थायी) से डेटा प्राप्त करता है।
यदि नहीं मिला, तो यह द्वितीयक भंडारण (धीमी लेकिन स्थायी) पर जा सकता है।</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q"/>
            </a:pPr>
            <a:endParaRPr kumimoji="0" lang="en-US" altLang="en-US" sz="120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spcBef>
                <a:spcPct val="0"/>
              </a:spcBef>
              <a:spcAft>
                <a:spcPct val="0"/>
              </a:spcAft>
              <a:buFont typeface="Wingdings" panose="05000000000000000000" pitchFamily="2" charset="2"/>
              <a:buChar char="q"/>
            </a:pPr>
            <a:r>
              <a:rPr lang="hi-IN" altLang="en-US" sz="1200" b="1" dirty="0">
                <a:solidFill>
                  <a:schemeClr val="bg1">
                    <a:lumMod val="50000"/>
                  </a:schemeClr>
                </a:solidFill>
                <a:latin typeface="Poppins" panose="00000500000000000000" pitchFamily="2" charset="0"/>
                <a:cs typeface="Poppins" panose="00000500000000000000" pitchFamily="2" charset="0"/>
              </a:rPr>
              <a:t>आउटपुट</a:t>
            </a:r>
            <a:r>
              <a:rPr kumimoji="0" lang="en-US" altLang="en-US" sz="1200" b="1"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rPr>
              <a:t> </a:t>
            </a:r>
            <a:r>
              <a:rPr lang="hi-IN" altLang="en-US" sz="1200" b="1" dirty="0">
                <a:solidFill>
                  <a:schemeClr val="bg1">
                    <a:lumMod val="50000"/>
                  </a:schemeClr>
                </a:solidFill>
                <a:latin typeface="Poppins" panose="00000500000000000000" pitchFamily="2" charset="0"/>
                <a:cs typeface="Poppins" panose="00000500000000000000" pitchFamily="2" charset="0"/>
              </a:rPr>
              <a:t>चरण</a:t>
            </a:r>
            <a:endParaRPr kumimoji="0" lang="en-US" altLang="en-US" sz="120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lang="hi-IN" altLang="en-US" sz="1200" dirty="0">
                <a:solidFill>
                  <a:schemeClr val="bg1">
                    <a:lumMod val="50000"/>
                  </a:schemeClr>
                </a:solidFill>
                <a:latin typeface="Poppins" panose="00000500000000000000" pitchFamily="2" charset="0"/>
                <a:cs typeface="Poppins" panose="00000500000000000000" pitchFamily="2" charset="0"/>
              </a:rPr>
              <a:t>प्रसंस्करण के बाद, सीपीयू आउटपुट डिवाइस को परिणाम भेजता है।
उदाहरण: </a:t>
            </a:r>
            <a:r>
              <a:rPr lang="en-US" altLang="en-US" sz="1200" dirty="0">
                <a:solidFill>
                  <a:schemeClr val="bg1">
                    <a:lumMod val="50000"/>
                  </a:schemeClr>
                </a:solidFill>
                <a:latin typeface="Poppins" panose="00000500000000000000" pitchFamily="2" charset="0"/>
                <a:cs typeface="Poppins" panose="00000500000000000000" pitchFamily="2" charset="0"/>
              </a:rPr>
              <a:t>CPU </a:t>
            </a:r>
            <a:r>
              <a:rPr lang="hi-IN" altLang="en-US" sz="1200" dirty="0">
                <a:solidFill>
                  <a:schemeClr val="bg1">
                    <a:lumMod val="50000"/>
                  </a:schemeClr>
                </a:solidFill>
                <a:latin typeface="Poppins" panose="00000500000000000000" pitchFamily="2" charset="0"/>
                <a:cs typeface="Poppins" panose="00000500000000000000" pitchFamily="2" charset="0"/>
              </a:rPr>
              <a:t>प्रोसेस → टाइप किए गए नंबर → स्क्रीन पर दिखाई देते हैं।</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spcBef>
                <a:spcPct val="0"/>
              </a:spcBef>
              <a:spcAft>
                <a:spcPct val="0"/>
              </a:spcAft>
              <a:buFont typeface="Wingdings" panose="05000000000000000000" pitchFamily="2" charset="2"/>
              <a:buChar char="q"/>
            </a:pPr>
            <a:r>
              <a:rPr lang="hi-IN" altLang="en-US" sz="1200" b="1" dirty="0">
                <a:solidFill>
                  <a:schemeClr val="bg1">
                    <a:lumMod val="50000"/>
                  </a:schemeClr>
                </a:solidFill>
                <a:latin typeface="Poppins" panose="00000500000000000000" pitchFamily="2" charset="0"/>
                <a:cs typeface="Poppins" panose="00000500000000000000" pitchFamily="2" charset="0"/>
              </a:rPr>
              <a:t>भंडार</a:t>
            </a:r>
            <a:endParaRPr kumimoji="0" lang="en-US" altLang="en-US" sz="120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r>
              <a:rPr lang="hi-IN" altLang="en-US" sz="1200" dirty="0">
                <a:solidFill>
                  <a:schemeClr val="bg1">
                    <a:lumMod val="50000"/>
                  </a:schemeClr>
                </a:solidFill>
                <a:latin typeface="Poppins" panose="00000500000000000000" pitchFamily="2" charset="0"/>
                <a:cs typeface="Poppins" panose="00000500000000000000" pitchFamily="2" charset="0"/>
              </a:rPr>
              <a:t>परिणाम स्थायी रूप से </a:t>
            </a:r>
            <a:r>
              <a:rPr lang="en-US" altLang="en-US" sz="1200" dirty="0">
                <a:solidFill>
                  <a:schemeClr val="bg1">
                    <a:lumMod val="50000"/>
                  </a:schemeClr>
                </a:solidFill>
                <a:latin typeface="Poppins" panose="00000500000000000000" pitchFamily="2" charset="0"/>
                <a:cs typeface="Poppins" panose="00000500000000000000" pitchFamily="2" charset="0"/>
              </a:rPr>
              <a:t>HDD/SSD </a:t>
            </a:r>
            <a:r>
              <a:rPr lang="hi-IN" altLang="en-US" sz="1200" dirty="0">
                <a:solidFill>
                  <a:schemeClr val="bg1">
                    <a:lumMod val="50000"/>
                  </a:schemeClr>
                </a:solidFill>
                <a:latin typeface="Poppins" panose="00000500000000000000" pitchFamily="2" charset="0"/>
                <a:cs typeface="Poppins" panose="00000500000000000000" pitchFamily="2" charset="0"/>
              </a:rPr>
              <a:t>में संग्रहीत किए जा सकते हैं।
उदाहरण: </a:t>
            </a:r>
            <a:r>
              <a:rPr lang="en-US" altLang="en-US" sz="1200" dirty="0">
                <a:solidFill>
                  <a:schemeClr val="bg1">
                    <a:lumMod val="50000"/>
                  </a:schemeClr>
                </a:solidFill>
                <a:latin typeface="Poppins" panose="00000500000000000000" pitchFamily="2" charset="0"/>
                <a:cs typeface="Poppins" panose="00000500000000000000" pitchFamily="2" charset="0"/>
              </a:rPr>
              <a:t>Word </a:t>
            </a:r>
            <a:r>
              <a:rPr lang="hi-IN" altLang="en-US" sz="1200" dirty="0">
                <a:solidFill>
                  <a:schemeClr val="bg1">
                    <a:lumMod val="50000"/>
                  </a:schemeClr>
                </a:solidFill>
                <a:latin typeface="Poppins" panose="00000500000000000000" pitchFamily="2" charset="0"/>
                <a:cs typeface="Poppins" panose="00000500000000000000" pitchFamily="2" charset="0"/>
              </a:rPr>
              <a:t>दस्तावेज़ सहेजना.</a:t>
            </a:r>
            <a:endParaRPr lang="en-US" altLang="en-US" sz="1200"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v"/>
            </a:pPr>
            <a:endParaRPr kumimoji="0" lang="en-US" altLang="en-US" sz="120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a:p>
            <a:pPr marL="171450" lvl="0" indent="-171450" defTabSz="914400" eaLnBrk="0" fontAlgn="base" hangingPunct="0">
              <a:spcBef>
                <a:spcPct val="0"/>
              </a:spcBef>
              <a:spcAft>
                <a:spcPct val="0"/>
              </a:spcAft>
              <a:buFont typeface="Wingdings" panose="05000000000000000000" pitchFamily="2" charset="2"/>
              <a:buChar char="q"/>
            </a:pPr>
            <a:r>
              <a:rPr lang="hi-IN" altLang="en-US" sz="1200" b="1" dirty="0">
                <a:solidFill>
                  <a:schemeClr val="bg1">
                    <a:lumMod val="50000"/>
                  </a:schemeClr>
                </a:solidFill>
                <a:latin typeface="Poppins" panose="00000500000000000000" pitchFamily="2" charset="0"/>
                <a:cs typeface="Poppins" panose="00000500000000000000" pitchFamily="2" charset="0"/>
              </a:rPr>
              <a:t>नियंत्रण प्रवाह</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marL="628650" lvl="1" indent="-171450" defTabSz="914400" eaLnBrk="0" fontAlgn="base" hangingPunct="0">
              <a:spcBef>
                <a:spcPct val="0"/>
              </a:spcBef>
              <a:spcAft>
                <a:spcPct val="0"/>
              </a:spcAft>
              <a:buFont typeface="Wingdings" panose="05000000000000000000" pitchFamily="2" charset="2"/>
              <a:buChar char="q"/>
            </a:pPr>
            <a:r>
              <a:rPr lang="hi-IN" altLang="en-US" sz="1200" dirty="0">
                <a:solidFill>
                  <a:schemeClr val="bg1">
                    <a:lumMod val="50000"/>
                  </a:schemeClr>
                </a:solidFill>
                <a:latin typeface="Poppins" panose="00000500000000000000" pitchFamily="2" charset="0"/>
                <a:cs typeface="Poppins" panose="00000500000000000000" pitchFamily="2" charset="0"/>
              </a:rPr>
              <a:t>इस प्रक्रिया के दौरान, कंट्रोल यूनिट सिस्टम बसों का उपयोग करके उपकरणों के बीच समय, निर्देश प्रवाह और संचार का प्रबंधन करता है।</a:t>
            </a:r>
            <a:endParaRPr kumimoji="0" lang="en-US" altLang="en-US" sz="1200" b="0" i="0" u="none" strike="noStrike" cap="none" normalizeH="0" baseline="0" dirty="0">
              <a:ln>
                <a:noFill/>
              </a:ln>
              <a:solidFill>
                <a:schemeClr val="bg1">
                  <a:lumMod val="50000"/>
                </a:schemeClr>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8652506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EF444CBC-38BE-0A89-4BA8-71D4D69D2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10C1E-ED8E-0DC4-52EE-824F36BBB034}"/>
              </a:ext>
            </a:extLst>
          </p:cNvPr>
          <p:cNvSpPr>
            <a:spLocks noGrp="1"/>
          </p:cNvSpPr>
          <p:nvPr>
            <p:ph type="title"/>
          </p:nvPr>
        </p:nvSpPr>
        <p:spPr>
          <a:xfrm>
            <a:off x="917662" y="317634"/>
            <a:ext cx="10209142" cy="368446"/>
          </a:xfrm>
        </p:spPr>
        <p:txBody>
          <a:bodyPr/>
          <a:lstStyle/>
          <a:p>
            <a:r>
              <a:rPr lang="en-US" sz="1600" dirty="0">
                <a:latin typeface="Poppins" panose="00000500000000000000" pitchFamily="2" charset="0"/>
                <a:cs typeface="Poppins" panose="00000500000000000000" pitchFamily="2" charset="0"/>
              </a:rPr>
              <a:t>3. </a:t>
            </a:r>
            <a:r>
              <a:rPr lang="en-IN" sz="1600" dirty="0">
                <a:latin typeface="Poppins" panose="00000500000000000000" pitchFamily="2" charset="0"/>
                <a:cs typeface="Poppins" panose="00000500000000000000" pitchFamily="2" charset="0"/>
              </a:rPr>
              <a:t>Visual Workflow (Textual Diagram) |  </a:t>
            </a:r>
            <a:r>
              <a:rPr lang="hi-IN" sz="1600" dirty="0">
                <a:solidFill>
                  <a:schemeClr val="bg1">
                    <a:lumMod val="50000"/>
                  </a:schemeClr>
                </a:solidFill>
                <a:latin typeface="Poppins" panose="00000500000000000000" pitchFamily="2" charset="0"/>
                <a:cs typeface="Poppins" panose="00000500000000000000" pitchFamily="2" charset="0"/>
              </a:rPr>
              <a:t>दृश्य कार्यप्रवाह (शाब्दिक आरेख</a:t>
            </a:r>
            <a:r>
              <a:rPr lang="en-US" sz="1600" dirty="0">
                <a:solidFill>
                  <a:schemeClr val="bg1">
                    <a:lumMod val="50000"/>
                  </a:schemeClr>
                </a:solidFill>
                <a:latin typeface="Poppins" panose="00000500000000000000" pitchFamily="2" charset="0"/>
                <a:cs typeface="Poppins" panose="00000500000000000000" pitchFamily="2" charset="0"/>
              </a:rPr>
              <a:t>)</a:t>
            </a:r>
            <a:endParaRPr lang="en-IN" sz="16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B9B4A82A-4808-0454-BB40-8AB744E9F58E}"/>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3" name="Rectangle 1">
            <a:extLst>
              <a:ext uri="{FF2B5EF4-FFF2-40B4-BE49-F238E27FC236}">
                <a16:creationId xmlns:a16="http://schemas.microsoft.com/office/drawing/2014/main" id="{8F54C7D5-599C-9B00-BD26-2912F476C023}"/>
              </a:ext>
            </a:extLst>
          </p:cNvPr>
          <p:cNvSpPr>
            <a:spLocks noChangeArrowheads="1"/>
          </p:cNvSpPr>
          <p:nvPr/>
        </p:nvSpPr>
        <p:spPr bwMode="auto">
          <a:xfrm>
            <a:off x="2695100" y="1250022"/>
            <a:ext cx="6801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200" b="1" dirty="0">
                <a:solidFill>
                  <a:schemeClr val="accent6">
                    <a:lumMod val="50000"/>
                  </a:schemeClr>
                </a:solidFill>
                <a:latin typeface="Poppins" panose="00000500000000000000" pitchFamily="2" charset="0"/>
                <a:cs typeface="Poppins" panose="00000500000000000000" pitchFamily="2" charset="0"/>
              </a:rPr>
              <a:t>[Input Devices] → [CPU: CU + ALU + Registers/Cache] ↔ [Primary Memory (RAM)]</a:t>
            </a:r>
          </a:p>
          <a:p>
            <a:pPr lvl="0" defTabSz="914400" eaLnBrk="0" fontAlgn="base" hangingPunct="0">
              <a:spcBef>
                <a:spcPct val="0"/>
              </a:spcBef>
              <a:spcAft>
                <a:spcPct val="0"/>
              </a:spcAft>
            </a:pPr>
            <a:endParaRPr lang="en-US" altLang="en-US" sz="1200" b="1" dirty="0">
              <a:solidFill>
                <a:schemeClr val="accent6">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en-US" altLang="en-US" sz="1200" b="1" dirty="0">
                <a:solidFill>
                  <a:schemeClr val="accent6">
                    <a:lumMod val="50000"/>
                  </a:schemeClr>
                </a:solidFill>
                <a:latin typeface="Poppins" panose="00000500000000000000" pitchFamily="2" charset="0"/>
                <a:cs typeface="Poppins" panose="00000500000000000000" pitchFamily="2" charset="0"/>
              </a:rPr>
              <a:t>                             		             ↓</a:t>
            </a:r>
          </a:p>
          <a:p>
            <a:pPr lvl="0" defTabSz="914400" eaLnBrk="0" fontAlgn="base" hangingPunct="0">
              <a:spcBef>
                <a:spcPct val="0"/>
              </a:spcBef>
              <a:spcAft>
                <a:spcPct val="0"/>
              </a:spcAft>
            </a:pPr>
            <a:endParaRPr lang="en-US" altLang="en-US" sz="1200" b="1" dirty="0">
              <a:solidFill>
                <a:schemeClr val="accent6">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en-US" altLang="en-US" sz="1200" b="1" dirty="0">
                <a:solidFill>
                  <a:schemeClr val="accent6">
                    <a:lumMod val="50000"/>
                  </a:schemeClr>
                </a:solidFill>
                <a:latin typeface="Poppins" panose="00000500000000000000" pitchFamily="2" charset="0"/>
                <a:cs typeface="Poppins" panose="00000500000000000000" pitchFamily="2" charset="0"/>
              </a:rPr>
              <a:t>                            	   	 [Secondary Storage (HDD/SSD)]</a:t>
            </a:r>
          </a:p>
          <a:p>
            <a:pPr lvl="0" defTabSz="914400" eaLnBrk="0" fontAlgn="base" hangingPunct="0">
              <a:spcBef>
                <a:spcPct val="0"/>
              </a:spcBef>
              <a:spcAft>
                <a:spcPct val="0"/>
              </a:spcAft>
            </a:pPr>
            <a:endParaRPr lang="en-US" altLang="en-US" sz="1200" b="1" dirty="0">
              <a:solidFill>
                <a:schemeClr val="accent6">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en-US" altLang="en-US" sz="1200" b="1" dirty="0">
                <a:solidFill>
                  <a:schemeClr val="accent6">
                    <a:lumMod val="50000"/>
                  </a:schemeClr>
                </a:solidFill>
                <a:latin typeface="Poppins" panose="00000500000000000000" pitchFamily="2" charset="0"/>
                <a:cs typeface="Poppins" panose="00000500000000000000" pitchFamily="2" charset="0"/>
              </a:rPr>
              <a:t>                                    		             ↓</a:t>
            </a:r>
          </a:p>
          <a:p>
            <a:pPr lvl="0" defTabSz="914400" eaLnBrk="0" fontAlgn="base" hangingPunct="0">
              <a:spcBef>
                <a:spcPct val="0"/>
              </a:spcBef>
              <a:spcAft>
                <a:spcPct val="0"/>
              </a:spcAft>
            </a:pPr>
            <a:endParaRPr lang="en-US" altLang="en-US" sz="1200" b="1" dirty="0">
              <a:solidFill>
                <a:schemeClr val="accent6">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en-US" altLang="en-US" sz="1200" b="1" dirty="0">
                <a:solidFill>
                  <a:schemeClr val="accent6">
                    <a:lumMod val="50000"/>
                  </a:schemeClr>
                </a:solidFill>
                <a:latin typeface="Poppins" panose="00000500000000000000" pitchFamily="2" charset="0"/>
                <a:cs typeface="Poppins" panose="00000500000000000000" pitchFamily="2" charset="0"/>
              </a:rPr>
              <a:t>                                	                  [Output Devices]</a:t>
            </a:r>
          </a:p>
        </p:txBody>
      </p:sp>
      <p:sp>
        <p:nvSpPr>
          <p:cNvPr id="7" name="Rectangle 1">
            <a:extLst>
              <a:ext uri="{FF2B5EF4-FFF2-40B4-BE49-F238E27FC236}">
                <a16:creationId xmlns:a16="http://schemas.microsoft.com/office/drawing/2014/main" id="{EC8B3F69-F4B1-851D-2B64-BEE135D38E3B}"/>
              </a:ext>
            </a:extLst>
          </p:cNvPr>
          <p:cNvSpPr>
            <a:spLocks noChangeArrowheads="1"/>
          </p:cNvSpPr>
          <p:nvPr/>
        </p:nvSpPr>
        <p:spPr bwMode="auto">
          <a:xfrm>
            <a:off x="2695100" y="3645108"/>
            <a:ext cx="6801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hi-IN" altLang="en-US" sz="1200" b="1" dirty="0">
                <a:solidFill>
                  <a:schemeClr val="bg1">
                    <a:lumMod val="50000"/>
                  </a:schemeClr>
                </a:solidFill>
                <a:latin typeface="Poppins" panose="00000500000000000000" pitchFamily="2" charset="0"/>
                <a:cs typeface="Poppins" panose="00000500000000000000" pitchFamily="2" charset="0"/>
              </a:rPr>
              <a:t>[इनपुट डिवाइस]</a:t>
            </a:r>
            <a:r>
              <a:rPr lang="en-US" altLang="en-US" sz="1200" b="1" dirty="0">
                <a:solidFill>
                  <a:schemeClr val="bg1">
                    <a:lumMod val="50000"/>
                  </a:schemeClr>
                </a:solidFill>
                <a:latin typeface="Poppins" panose="00000500000000000000" pitchFamily="2" charset="0"/>
                <a:cs typeface="Poppins" panose="00000500000000000000" pitchFamily="2" charset="0"/>
              </a:rPr>
              <a:t>    </a:t>
            </a:r>
            <a:r>
              <a:rPr lang="hi-IN" altLang="en-US" sz="1200" b="1" dirty="0">
                <a:solidFill>
                  <a:schemeClr val="bg1">
                    <a:lumMod val="50000"/>
                  </a:schemeClr>
                </a:solidFill>
                <a:latin typeface="Poppins" panose="00000500000000000000" pitchFamily="2" charset="0"/>
                <a:cs typeface="Poppins" panose="00000500000000000000" pitchFamily="2" charset="0"/>
              </a:rPr>
              <a:t> → </a:t>
            </a:r>
            <a:r>
              <a:rPr lang="en-US" altLang="en-US" sz="1200" b="1" dirty="0">
                <a:solidFill>
                  <a:schemeClr val="bg1">
                    <a:lumMod val="50000"/>
                  </a:schemeClr>
                </a:solidFill>
                <a:latin typeface="Poppins" panose="00000500000000000000" pitchFamily="2" charset="0"/>
                <a:cs typeface="Poppins" panose="00000500000000000000" pitchFamily="2" charset="0"/>
              </a:rPr>
              <a:t>     </a:t>
            </a:r>
            <a:r>
              <a:rPr lang="hi-IN" altLang="en-US" sz="1200" b="1" dirty="0">
                <a:solidFill>
                  <a:schemeClr val="bg1">
                    <a:lumMod val="50000"/>
                  </a:schemeClr>
                </a:solidFill>
                <a:latin typeface="Poppins" panose="00000500000000000000" pitchFamily="2" charset="0"/>
                <a:cs typeface="Poppins" panose="00000500000000000000" pitchFamily="2" charset="0"/>
              </a:rPr>
              <a:t>[सीपीयू: सीयू + एएलयू + रजिस्टर/कैश]</a:t>
            </a:r>
            <a:r>
              <a:rPr lang="en-US" altLang="en-US" sz="1200" b="1" dirty="0">
                <a:solidFill>
                  <a:schemeClr val="bg1">
                    <a:lumMod val="50000"/>
                  </a:schemeClr>
                </a:solidFill>
                <a:latin typeface="Poppins" panose="00000500000000000000" pitchFamily="2" charset="0"/>
                <a:cs typeface="Poppins" panose="00000500000000000000" pitchFamily="2" charset="0"/>
              </a:rPr>
              <a:t>      </a:t>
            </a:r>
            <a:r>
              <a:rPr lang="hi-IN" altLang="en-US" sz="1200" b="1" dirty="0">
                <a:solidFill>
                  <a:schemeClr val="bg1">
                    <a:lumMod val="50000"/>
                  </a:schemeClr>
                </a:solidFill>
                <a:latin typeface="Poppins" panose="00000500000000000000" pitchFamily="2" charset="0"/>
                <a:cs typeface="Poppins" panose="00000500000000000000" pitchFamily="2" charset="0"/>
              </a:rPr>
              <a:t> ↔</a:t>
            </a:r>
            <a:r>
              <a:rPr lang="en-US" altLang="en-US" sz="1200" b="1" dirty="0">
                <a:solidFill>
                  <a:schemeClr val="bg1">
                    <a:lumMod val="50000"/>
                  </a:schemeClr>
                </a:solidFill>
                <a:latin typeface="Poppins" panose="00000500000000000000" pitchFamily="2" charset="0"/>
                <a:cs typeface="Poppins" panose="00000500000000000000" pitchFamily="2" charset="0"/>
              </a:rPr>
              <a:t>        </a:t>
            </a:r>
            <a:r>
              <a:rPr lang="hi-IN" altLang="en-US" sz="1200" b="1" dirty="0">
                <a:solidFill>
                  <a:schemeClr val="bg1">
                    <a:lumMod val="50000"/>
                  </a:schemeClr>
                </a:solidFill>
                <a:latin typeface="Poppins" panose="00000500000000000000" pitchFamily="2" charset="0"/>
                <a:cs typeface="Poppins" panose="00000500000000000000" pitchFamily="2" charset="0"/>
              </a:rPr>
              <a:t> [प्राथमिक मेमोरी (रैम)]</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hi-IN" altLang="en-US" sz="1200" b="1" dirty="0">
                <a:solidFill>
                  <a:schemeClr val="bg1">
                    <a:lumMod val="50000"/>
                  </a:schemeClr>
                </a:solidFill>
                <a:latin typeface="Poppins" panose="00000500000000000000" pitchFamily="2" charset="0"/>
                <a:cs typeface="Poppins" panose="00000500000000000000" pitchFamily="2" charset="0"/>
              </a:rPr>
              <a:t>
                             		             ↓</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hi-IN" altLang="en-US" sz="1200" b="1" dirty="0">
                <a:solidFill>
                  <a:schemeClr val="bg1">
                    <a:lumMod val="50000"/>
                  </a:schemeClr>
                </a:solidFill>
                <a:latin typeface="Poppins" panose="00000500000000000000" pitchFamily="2" charset="0"/>
                <a:cs typeface="Poppins" panose="00000500000000000000" pitchFamily="2" charset="0"/>
              </a:rPr>
              <a:t>                            	   	 [माध्यमिक भंडारण (एचडीडी/एसएसडी)]</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hi-IN" altLang="en-US" sz="1200" b="1" dirty="0">
                <a:solidFill>
                  <a:schemeClr val="bg1">
                    <a:lumMod val="50000"/>
                  </a:schemeClr>
                </a:solidFill>
                <a:latin typeface="Poppins" panose="00000500000000000000" pitchFamily="2" charset="0"/>
                <a:cs typeface="Poppins" panose="00000500000000000000" pitchFamily="2" charset="0"/>
              </a:rPr>
              <a:t>
                                    		             ↓</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a:p>
            <a:pPr lvl="0" defTabSz="914400" eaLnBrk="0" fontAlgn="base" hangingPunct="0">
              <a:spcBef>
                <a:spcPct val="0"/>
              </a:spcBef>
              <a:spcAft>
                <a:spcPct val="0"/>
              </a:spcAft>
            </a:pPr>
            <a:r>
              <a:rPr lang="hi-IN" altLang="en-US" sz="1200" b="1" dirty="0">
                <a:solidFill>
                  <a:schemeClr val="bg1">
                    <a:lumMod val="50000"/>
                  </a:schemeClr>
                </a:solidFill>
                <a:latin typeface="Poppins" panose="00000500000000000000" pitchFamily="2" charset="0"/>
                <a:cs typeface="Poppins" panose="00000500000000000000" pitchFamily="2" charset="0"/>
              </a:rPr>
              <a:t>
                                	                  [आउटपुट डिवाइस]</a:t>
            </a:r>
            <a:endParaRPr lang="en-US" altLang="en-US" sz="1200" b="1"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4734862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8" dur="500"/>
                                        <p:tgtEl>
                                          <p:spTgt spid="3">
                                            <p:txEl>
                                              <p:pRg st="4" end="4"/>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1" dur="500"/>
                                        <p:tgtEl>
                                          <p:spTgt spid="3">
                                            <p:txEl>
                                              <p:pRg st="6" end="6"/>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randombar(horizontal)">
                                      <p:cBhvr>
                                        <p:cTn id="24" dur="500"/>
                                        <p:tgtEl>
                                          <p:spTgt spid="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randombar(horizontal)">
                                      <p:cBhvr>
                                        <p:cTn id="29" dur="500"/>
                                        <p:tgtEl>
                                          <p:spTgt spid="7">
                                            <p:txEl>
                                              <p:pRg st="0" end="0"/>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randombar(horizontal)">
                                      <p:cBhvr>
                                        <p:cTn id="32" dur="500"/>
                                        <p:tgtEl>
                                          <p:spTgt spid="7">
                                            <p:txEl>
                                              <p:pRg st="1" end="1"/>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randombar(horizontal)">
                                      <p:cBhvr>
                                        <p:cTn id="35" dur="500"/>
                                        <p:tgtEl>
                                          <p:spTgt spid="7">
                                            <p:txEl>
                                              <p:pRg st="3" end="3"/>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randombar(horizontal)">
                                      <p:cBhvr>
                                        <p:cTn id="38" dur="500"/>
                                        <p:tgtEl>
                                          <p:spTgt spid="7">
                                            <p:txEl>
                                              <p:pRg st="4" end="4"/>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Effect transition="in" filter="randombar(horizontal)">
                                      <p:cBhvr>
                                        <p:cTn id="4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sz="3200" dirty="0">
                <a:solidFill>
                  <a:schemeClr val="bg1">
                    <a:lumMod val="50000"/>
                  </a:schemeClr>
                </a:solidFill>
                <a:latin typeface="Poppins" panose="00000500000000000000" pitchFamily="2" charset="0"/>
                <a:cs typeface="Poppins" panose="00000500000000000000" pitchFamily="2" charset="0"/>
              </a:rPr>
              <a:t>Thank </a:t>
            </a:r>
            <a:br>
              <a:rPr lang="en-US" sz="3200" dirty="0">
                <a:solidFill>
                  <a:schemeClr val="bg1">
                    <a:lumMod val="50000"/>
                  </a:schemeClr>
                </a:solidFill>
                <a:latin typeface="Poppins" panose="00000500000000000000" pitchFamily="2" charset="0"/>
                <a:cs typeface="Poppins" panose="00000500000000000000" pitchFamily="2" charset="0"/>
              </a:rPr>
            </a:br>
            <a:r>
              <a:rPr lang="en-US" sz="3200" dirty="0">
                <a:solidFill>
                  <a:schemeClr val="bg1">
                    <a:lumMod val="50000"/>
                  </a:schemeClr>
                </a:solidFill>
                <a:latin typeface="Poppins" panose="00000500000000000000" pitchFamily="2" charset="0"/>
                <a:cs typeface="Poppins" panose="00000500000000000000" pitchFamily="2" charset="0"/>
              </a:rPr>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normAutofit/>
          </a:bodyPr>
          <a:lstStyle/>
          <a:p>
            <a:r>
              <a:rPr lang="en-US" sz="2000" dirty="0">
                <a:latin typeface="Poppins" panose="00000500000000000000" pitchFamily="2" charset="0"/>
                <a:cs typeface="Poppins" panose="00000500000000000000" pitchFamily="2" charset="0"/>
              </a:rPr>
              <a:t>Laxman Krishnamurti</a:t>
            </a:r>
          </a:p>
          <a:p>
            <a:r>
              <a:rPr lang="en-US" sz="2000" dirty="0">
                <a:latin typeface="Poppins" panose="00000500000000000000" pitchFamily="2" charset="0"/>
                <a:cs typeface="Poppins" panose="00000500000000000000" pitchFamily="2" charset="0"/>
                <a:hlinkClick r:id="rId3"/>
              </a:rPr>
              <a:t>laxmankrishnamurti@outlook.com</a:t>
            </a:r>
            <a:endParaRPr lang="en-US" sz="2000" dirty="0">
              <a:latin typeface="Poppins" panose="00000500000000000000" pitchFamily="2" charset="0"/>
              <a:cs typeface="Poppins" panose="00000500000000000000" pitchFamily="2" charset="0"/>
            </a:endParaRPr>
          </a:p>
          <a:p>
            <a:r>
              <a:rPr lang="en-US" sz="2000" dirty="0">
                <a:latin typeface="Poppins" panose="00000500000000000000" pitchFamily="2" charset="0"/>
                <a:cs typeface="Poppins" panose="00000500000000000000" pitchFamily="2" charset="0"/>
              </a:rPr>
              <a:t>8252764932, 9508981101</a:t>
            </a:r>
          </a:p>
        </p:txBody>
      </p:sp>
    </p:spTree>
    <p:extLst>
      <p:ext uri="{BB962C8B-B14F-4D97-AF65-F5344CB8AC3E}">
        <p14:creationId xmlns:p14="http://schemas.microsoft.com/office/powerpoint/2010/main" val="1973173046"/>
      </p:ext>
    </p:extLst>
  </p:cSld>
  <p:clrMapOvr>
    <a:masterClrMapping/>
  </p:clrMapOvr>
  <p:transition spd="slow">
    <p:push dir="u"/>
  </p:transition>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purl.org/dc/dcmitype/"/>
    <ds:schemaRef ds:uri="http://schemas.microsoft.com/sharepoint/v3"/>
    <ds:schemaRef ds:uri="http://www.w3.org/XML/1998/namespace"/>
    <ds:schemaRef ds:uri="http://purl.org/dc/terms/"/>
    <ds:schemaRef ds:uri="http://schemas.microsoft.com/office/infopath/2007/PartnerControls"/>
    <ds:schemaRef ds:uri="71af3243-3dd4-4a8d-8c0d-dd76da1f02a5"/>
    <ds:schemaRef ds:uri="http://schemas.microsoft.com/office/2006/metadata/properties"/>
    <ds:schemaRef ds:uri="http://purl.org/dc/elements/1.1/"/>
    <ds:schemaRef ds:uri="http://schemas.microsoft.com/office/2006/documentManagement/type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{E6D59C2D-4572-4408-999A-EDC318B23F6F}tf78438558_win32</Template>
  <TotalTime>174</TotalTime>
  <Words>1291</Words>
  <Application>Microsoft Office PowerPoint</Application>
  <PresentationFormat>Widescreen</PresentationFormat>
  <Paragraphs>146</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Poppins</vt:lpstr>
      <vt:lpstr>Sabon Next LT</vt:lpstr>
      <vt:lpstr>Wingdings</vt:lpstr>
      <vt:lpstr>Custom</vt:lpstr>
      <vt:lpstr>Computer  fundamentals  कंप्यूटर की बुनियादी बातें</vt:lpstr>
      <vt:lpstr>PowerPoint Presentation</vt:lpstr>
      <vt:lpstr>Agenda | कार्यसूची</vt:lpstr>
      <vt:lpstr>1. Main Components of a Computer System (Hardware) |  कंप्यूटर सिस्टम के मुख्य घटक (हार्डवेयर)</vt:lpstr>
      <vt:lpstr>1. Main Components of a Computer System (Hardware) |  कंप्यूटर सिस्टम के मुख्य घटक (हार्डवेयर)</vt:lpstr>
      <vt:lpstr>1. Main Components of a Computer System (Hardware) |  कंप्यूटर सिस्टम के मुख्य घटक (हार्डवेयर)</vt:lpstr>
      <vt:lpstr>2. Workflow Outline (How They Work Together)  |  वर्कफ़्लो बाह्यरेखा (वे एक साथ कैसे कार्य करते हैं)</vt:lpstr>
      <vt:lpstr>3. Visual Workflow (Textual Diagram) |  दृश्य कार्यप्रवाह (शाब्दिक आरेख)</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Laxman Krishnamurti</dc:creator>
  <cp:lastModifiedBy>Laxman Krishnamurti</cp:lastModifiedBy>
  <cp:revision>1</cp:revision>
  <dcterms:created xsi:type="dcterms:W3CDTF">2025-08-06T12:12:43Z</dcterms:created>
  <dcterms:modified xsi:type="dcterms:W3CDTF">2025-08-20T13:33:50Z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