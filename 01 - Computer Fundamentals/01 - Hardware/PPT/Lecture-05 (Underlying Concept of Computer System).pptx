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5"/>
  </p:notesMasterIdLst>
  <p:handoutMasterIdLst>
    <p:handoutMasterId r:id="rId16"/>
  </p:handoutMasterIdLst>
  <p:sldIdLst>
    <p:sldId id="312" r:id="rId5"/>
    <p:sldId id="316" r:id="rId6"/>
    <p:sldId id="304" r:id="rId7"/>
    <p:sldId id="282" r:id="rId8"/>
    <p:sldId id="324" r:id="rId9"/>
    <p:sldId id="331" r:id="rId10"/>
    <p:sldId id="332" r:id="rId11"/>
    <p:sldId id="333" r:id="rId12"/>
    <p:sldId id="334" r:id="rId13"/>
    <p:sldId id="297"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F0FE"/>
    <a:srgbClr val="FFFFFF"/>
    <a:srgbClr val="FFEFEF"/>
    <a:srgbClr val="202C8F"/>
    <a:srgbClr val="FDFBF6"/>
    <a:srgbClr val="AAC4E9"/>
    <a:srgbClr val="F5CDCE"/>
    <a:srgbClr val="DF8C8C"/>
    <a:srgbClr val="D4D593"/>
    <a:srgbClr val="CDBE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C2ACBC-A993-4465-860B-F475E45D1765}" v="342" dt="2025-08-18T13:01:26.444"/>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388" autoAdjust="0"/>
  </p:normalViewPr>
  <p:slideViewPr>
    <p:cSldViewPr snapToGrid="0" snapToObjects="1">
      <p:cViewPr varScale="1">
        <p:scale>
          <a:sx n="109" d="100"/>
          <a:sy n="109" d="100"/>
        </p:scale>
        <p:origin x="612" y="11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xman Krishnamurti" userId="0cf661a1bf3f86ca" providerId="LiveId" clId="{C9C2ACBC-A993-4465-860B-F475E45D1765}"/>
    <pc:docChg chg="undo custSel addSld delSld modSld">
      <pc:chgData name="Laxman Krishnamurti" userId="0cf661a1bf3f86ca" providerId="LiveId" clId="{C9C2ACBC-A993-4465-860B-F475E45D1765}" dt="2025-08-18T13:01:26.444" v="364"/>
      <pc:docMkLst>
        <pc:docMk/>
      </pc:docMkLst>
      <pc:sldChg chg="addSp delSp modSp mod modAnim">
        <pc:chgData name="Laxman Krishnamurti" userId="0cf661a1bf3f86ca" providerId="LiveId" clId="{C9C2ACBC-A993-4465-860B-F475E45D1765}" dt="2025-08-18T12:45:41.253" v="176"/>
        <pc:sldMkLst>
          <pc:docMk/>
          <pc:sldMk cId="685681062" sldId="282"/>
        </pc:sldMkLst>
        <pc:spChg chg="mod">
          <ac:chgData name="Laxman Krishnamurti" userId="0cf661a1bf3f86ca" providerId="LiveId" clId="{C9C2ACBC-A993-4465-860B-F475E45D1765}" dt="2025-08-18T12:41:45.439" v="132" actId="20577"/>
          <ac:spMkLst>
            <pc:docMk/>
            <pc:sldMk cId="685681062" sldId="282"/>
            <ac:spMk id="2" creationId="{FD5E8954-9BCB-7FD9-A210-38DC54382D45}"/>
          </ac:spMkLst>
        </pc:spChg>
        <pc:spChg chg="add mod">
          <ac:chgData name="Laxman Krishnamurti" userId="0cf661a1bf3f86ca" providerId="LiveId" clId="{C9C2ACBC-A993-4465-860B-F475E45D1765}" dt="2025-08-18T12:45:41.253" v="176"/>
          <ac:spMkLst>
            <pc:docMk/>
            <pc:sldMk cId="685681062" sldId="282"/>
            <ac:spMk id="3" creationId="{328BE6B0-ABD8-4C82-981D-7FBC26BDE907}"/>
          </ac:spMkLst>
        </pc:spChg>
        <pc:spChg chg="mod">
          <ac:chgData name="Laxman Krishnamurti" userId="0cf661a1bf3f86ca" providerId="LiveId" clId="{C9C2ACBC-A993-4465-860B-F475E45D1765}" dt="2025-08-18T12:45:41.253" v="176"/>
          <ac:spMkLst>
            <pc:docMk/>
            <pc:sldMk cId="685681062" sldId="282"/>
            <ac:spMk id="5" creationId="{2B906601-BF33-FE31-6B65-89B8C8230B18}"/>
          </ac:spMkLst>
        </pc:spChg>
        <pc:spChg chg="del">
          <ac:chgData name="Laxman Krishnamurti" userId="0cf661a1bf3f86ca" providerId="LiveId" clId="{C9C2ACBC-A993-4465-860B-F475E45D1765}" dt="2025-08-18T12:38:44.759" v="79" actId="478"/>
          <ac:spMkLst>
            <pc:docMk/>
            <pc:sldMk cId="685681062" sldId="282"/>
            <ac:spMk id="9" creationId="{3AEB4AF4-9AD0-1431-A4F1-B2F503732858}"/>
          </ac:spMkLst>
        </pc:spChg>
      </pc:sldChg>
      <pc:sldChg chg="addSp delSp modSp mod delAnim modAnim">
        <pc:chgData name="Laxman Krishnamurti" userId="0cf661a1bf3f86ca" providerId="LiveId" clId="{C9C2ACBC-A993-4465-860B-F475E45D1765}" dt="2025-08-18T12:38:03.700" v="71"/>
        <pc:sldMkLst>
          <pc:docMk/>
          <pc:sldMk cId="3913219759" sldId="304"/>
        </pc:sldMkLst>
        <pc:spChg chg="mod">
          <ac:chgData name="Laxman Krishnamurti" userId="0cf661a1bf3f86ca" providerId="LiveId" clId="{C9C2ACBC-A993-4465-860B-F475E45D1765}" dt="2025-08-18T12:36:26.098" v="36" actId="14100"/>
          <ac:spMkLst>
            <pc:docMk/>
            <pc:sldMk cId="3913219759" sldId="304"/>
            <ac:spMk id="3" creationId="{D4D22962-3C7F-E480-5C35-7F4860A098E1}"/>
          </ac:spMkLst>
        </pc:spChg>
        <pc:spChg chg="add mod">
          <ac:chgData name="Laxman Krishnamurti" userId="0cf661a1bf3f86ca" providerId="LiveId" clId="{C9C2ACBC-A993-4465-860B-F475E45D1765}" dt="2025-08-18T12:37:24.445" v="63" actId="6549"/>
          <ac:spMkLst>
            <pc:docMk/>
            <pc:sldMk cId="3913219759" sldId="304"/>
            <ac:spMk id="5" creationId="{D5193771-11BF-AC9A-29D2-EFE058CCE341}"/>
          </ac:spMkLst>
        </pc:spChg>
        <pc:spChg chg="del">
          <ac:chgData name="Laxman Krishnamurti" userId="0cf661a1bf3f86ca" providerId="LiveId" clId="{C9C2ACBC-A993-4465-860B-F475E45D1765}" dt="2025-08-18T12:36:30.801" v="37" actId="478"/>
          <ac:spMkLst>
            <pc:docMk/>
            <pc:sldMk cId="3913219759" sldId="304"/>
            <ac:spMk id="6" creationId="{A0DC0A22-7E0F-019B-F039-8763289A8A1B}"/>
          </ac:spMkLst>
        </pc:spChg>
      </pc:sldChg>
      <pc:sldChg chg="modSp mod modAnim">
        <pc:chgData name="Laxman Krishnamurti" userId="0cf661a1bf3f86ca" providerId="LiveId" clId="{C9C2ACBC-A993-4465-860B-F475E45D1765}" dt="2025-08-18T12:35:12.535" v="18"/>
        <pc:sldMkLst>
          <pc:docMk/>
          <pc:sldMk cId="391055981" sldId="316"/>
        </pc:sldMkLst>
        <pc:spChg chg="mod">
          <ac:chgData name="Laxman Krishnamurti" userId="0cf661a1bf3f86ca" providerId="LiveId" clId="{C9C2ACBC-A993-4465-860B-F475E45D1765}" dt="2025-08-18T12:34:59.634" v="16" actId="207"/>
          <ac:spMkLst>
            <pc:docMk/>
            <pc:sldMk cId="391055981" sldId="316"/>
            <ac:spMk id="2" creationId="{568154FE-E33E-B8CF-1550-CFF0DE7DE05C}"/>
          </ac:spMkLst>
        </pc:spChg>
        <pc:spChg chg="mod">
          <ac:chgData name="Laxman Krishnamurti" userId="0cf661a1bf3f86ca" providerId="LiveId" clId="{C9C2ACBC-A993-4465-860B-F475E45D1765}" dt="2025-08-18T12:35:04.855" v="17" actId="207"/>
          <ac:spMkLst>
            <pc:docMk/>
            <pc:sldMk cId="391055981" sldId="316"/>
            <ac:spMk id="8" creationId="{8DD000A2-80D4-B2C3-8C89-AB967D406B45}"/>
          </ac:spMkLst>
        </pc:spChg>
      </pc:sldChg>
      <pc:sldChg chg="addSp delSp modSp mod modAnim">
        <pc:chgData name="Laxman Krishnamurti" userId="0cf661a1bf3f86ca" providerId="LiveId" clId="{C9C2ACBC-A993-4465-860B-F475E45D1765}" dt="2025-08-18T12:48:41.276" v="215" actId="113"/>
        <pc:sldMkLst>
          <pc:docMk/>
          <pc:sldMk cId="1636258553" sldId="324"/>
        </pc:sldMkLst>
        <pc:spChg chg="mod">
          <ac:chgData name="Laxman Krishnamurti" userId="0cf661a1bf3f86ca" providerId="LiveId" clId="{C9C2ACBC-A993-4465-860B-F475E45D1765}" dt="2025-08-18T12:42:37.010" v="146" actId="207"/>
          <ac:spMkLst>
            <pc:docMk/>
            <pc:sldMk cId="1636258553" sldId="324"/>
            <ac:spMk id="2" creationId="{9D9EC715-1143-B40E-2867-0C1E4A812987}"/>
          </ac:spMkLst>
        </pc:spChg>
        <pc:spChg chg="add del mod">
          <ac:chgData name="Laxman Krishnamurti" userId="0cf661a1bf3f86ca" providerId="LiveId" clId="{C9C2ACBC-A993-4465-860B-F475E45D1765}" dt="2025-08-18T12:46:41.381" v="192" actId="478"/>
          <ac:spMkLst>
            <pc:docMk/>
            <pc:sldMk cId="1636258553" sldId="324"/>
            <ac:spMk id="3" creationId="{60C235AF-4ABE-1C53-B6A9-14DB58C01F3D}"/>
          </ac:spMkLst>
        </pc:spChg>
        <pc:spChg chg="del">
          <ac:chgData name="Laxman Krishnamurti" userId="0cf661a1bf3f86ca" providerId="LiveId" clId="{C9C2ACBC-A993-4465-860B-F475E45D1765}" dt="2025-08-18T12:43:04.511" v="150" actId="478"/>
          <ac:spMkLst>
            <pc:docMk/>
            <pc:sldMk cId="1636258553" sldId="324"/>
            <ac:spMk id="4" creationId="{59E3E5C9-A5C7-BF73-11F0-115F248AEF8D}"/>
          </ac:spMkLst>
        </pc:spChg>
        <pc:spChg chg="mod">
          <ac:chgData name="Laxman Krishnamurti" userId="0cf661a1bf3f86ca" providerId="LiveId" clId="{C9C2ACBC-A993-4465-860B-F475E45D1765}" dt="2025-08-18T12:46:52.325" v="195" actId="1076"/>
          <ac:spMkLst>
            <pc:docMk/>
            <pc:sldMk cId="1636258553" sldId="324"/>
            <ac:spMk id="5" creationId="{DDAB5507-F5AC-4A7B-705F-D2F5DA3A7F97}"/>
          </ac:spMkLst>
        </pc:spChg>
        <pc:spChg chg="add mod">
          <ac:chgData name="Laxman Krishnamurti" userId="0cf661a1bf3f86ca" providerId="LiveId" clId="{C9C2ACBC-A993-4465-860B-F475E45D1765}" dt="2025-08-18T12:48:41.276" v="215" actId="113"/>
          <ac:spMkLst>
            <pc:docMk/>
            <pc:sldMk cId="1636258553" sldId="324"/>
            <ac:spMk id="6" creationId="{7FDE940B-7983-E80D-0411-02B239F958F1}"/>
          </ac:spMkLst>
        </pc:spChg>
      </pc:sldChg>
      <pc:sldChg chg="del">
        <pc:chgData name="Laxman Krishnamurti" userId="0cf661a1bf3f86ca" providerId="LiveId" clId="{C9C2ACBC-A993-4465-860B-F475E45D1765}" dt="2025-08-18T12:48:59.418" v="217" actId="2696"/>
        <pc:sldMkLst>
          <pc:docMk/>
          <pc:sldMk cId="2120064288" sldId="325"/>
        </pc:sldMkLst>
      </pc:sldChg>
      <pc:sldChg chg="del">
        <pc:chgData name="Laxman Krishnamurti" userId="0cf661a1bf3f86ca" providerId="LiveId" clId="{C9C2ACBC-A993-4465-860B-F475E45D1765}" dt="2025-08-18T12:51:08.979" v="245" actId="2696"/>
        <pc:sldMkLst>
          <pc:docMk/>
          <pc:sldMk cId="2072333027" sldId="326"/>
        </pc:sldMkLst>
      </pc:sldChg>
      <pc:sldChg chg="del">
        <pc:chgData name="Laxman Krishnamurti" userId="0cf661a1bf3f86ca" providerId="LiveId" clId="{C9C2ACBC-A993-4465-860B-F475E45D1765}" dt="2025-08-18T12:51:13.557" v="246" actId="2696"/>
        <pc:sldMkLst>
          <pc:docMk/>
          <pc:sldMk cId="2247722477" sldId="327"/>
        </pc:sldMkLst>
      </pc:sldChg>
      <pc:sldChg chg="del">
        <pc:chgData name="Laxman Krishnamurti" userId="0cf661a1bf3f86ca" providerId="LiveId" clId="{C9C2ACBC-A993-4465-860B-F475E45D1765}" dt="2025-08-18T12:51:15.085" v="247" actId="2696"/>
        <pc:sldMkLst>
          <pc:docMk/>
          <pc:sldMk cId="3573717480" sldId="328"/>
        </pc:sldMkLst>
      </pc:sldChg>
      <pc:sldChg chg="del">
        <pc:chgData name="Laxman Krishnamurti" userId="0cf661a1bf3f86ca" providerId="LiveId" clId="{C9C2ACBC-A993-4465-860B-F475E45D1765}" dt="2025-08-18T12:51:16.753" v="248" actId="2696"/>
        <pc:sldMkLst>
          <pc:docMk/>
          <pc:sldMk cId="3643055608" sldId="329"/>
        </pc:sldMkLst>
      </pc:sldChg>
      <pc:sldChg chg="del">
        <pc:chgData name="Laxman Krishnamurti" userId="0cf661a1bf3f86ca" providerId="LiveId" clId="{C9C2ACBC-A993-4465-860B-F475E45D1765}" dt="2025-08-18T12:51:18.449" v="249" actId="2696"/>
        <pc:sldMkLst>
          <pc:docMk/>
          <pc:sldMk cId="427704924" sldId="330"/>
        </pc:sldMkLst>
      </pc:sldChg>
      <pc:sldChg chg="addSp delSp modSp add modAnim">
        <pc:chgData name="Laxman Krishnamurti" userId="0cf661a1bf3f86ca" providerId="LiveId" clId="{C9C2ACBC-A993-4465-860B-F475E45D1765}" dt="2025-08-18T12:50:57.559" v="244" actId="207"/>
        <pc:sldMkLst>
          <pc:docMk/>
          <pc:sldMk cId="1588495366" sldId="331"/>
        </pc:sldMkLst>
        <pc:spChg chg="add mod">
          <ac:chgData name="Laxman Krishnamurti" userId="0cf661a1bf3f86ca" providerId="LiveId" clId="{C9C2ACBC-A993-4465-860B-F475E45D1765}" dt="2025-08-18T12:50:47.445" v="243" actId="113"/>
          <ac:spMkLst>
            <pc:docMk/>
            <pc:sldMk cId="1588495366" sldId="331"/>
            <ac:spMk id="3" creationId="{28439E74-3774-B9E5-599F-50C50E9E38B4}"/>
          </ac:spMkLst>
        </pc:spChg>
        <pc:spChg chg="mod">
          <ac:chgData name="Laxman Krishnamurti" userId="0cf661a1bf3f86ca" providerId="LiveId" clId="{C9C2ACBC-A993-4465-860B-F475E45D1765}" dt="2025-08-18T12:50:57.559" v="244" actId="207"/>
          <ac:spMkLst>
            <pc:docMk/>
            <pc:sldMk cId="1588495366" sldId="331"/>
            <ac:spMk id="5" creationId="{D2187702-7F4F-BFF4-8E79-F1F7892A1AB8}"/>
          </ac:spMkLst>
        </pc:spChg>
        <pc:spChg chg="del">
          <ac:chgData name="Laxman Krishnamurti" userId="0cf661a1bf3f86ca" providerId="LiveId" clId="{C9C2ACBC-A993-4465-860B-F475E45D1765}" dt="2025-08-18T12:49:13.514" v="219" actId="478"/>
          <ac:spMkLst>
            <pc:docMk/>
            <pc:sldMk cId="1588495366" sldId="331"/>
            <ac:spMk id="6" creationId="{5B75335E-19FE-7F52-1662-AED0E3C89B56}"/>
          </ac:spMkLst>
        </pc:spChg>
      </pc:sldChg>
      <pc:sldChg chg="addSp delSp modSp add modAnim">
        <pc:chgData name="Laxman Krishnamurti" userId="0cf661a1bf3f86ca" providerId="LiveId" clId="{C9C2ACBC-A993-4465-860B-F475E45D1765}" dt="2025-08-18T12:55:02.862" v="292"/>
        <pc:sldMkLst>
          <pc:docMk/>
          <pc:sldMk cId="2879829355" sldId="332"/>
        </pc:sldMkLst>
        <pc:spChg chg="mod">
          <ac:chgData name="Laxman Krishnamurti" userId="0cf661a1bf3f86ca" providerId="LiveId" clId="{C9C2ACBC-A993-4465-860B-F475E45D1765}" dt="2025-08-18T12:52:06.739" v="260" actId="113"/>
          <ac:spMkLst>
            <pc:docMk/>
            <pc:sldMk cId="2879829355" sldId="332"/>
            <ac:spMk id="2" creationId="{BD0F6576-2783-028A-5221-3094B2367BB4}"/>
          </ac:spMkLst>
        </pc:spChg>
        <pc:spChg chg="del">
          <ac:chgData name="Laxman Krishnamurti" userId="0cf661a1bf3f86ca" providerId="LiveId" clId="{C9C2ACBC-A993-4465-860B-F475E45D1765}" dt="2025-08-18T12:53:11.258" v="267" actId="478"/>
          <ac:spMkLst>
            <pc:docMk/>
            <pc:sldMk cId="2879829355" sldId="332"/>
            <ac:spMk id="3" creationId="{4170A40C-6E98-C544-EF88-506375F8C8AC}"/>
          </ac:spMkLst>
        </pc:spChg>
        <pc:spChg chg="add mod">
          <ac:chgData name="Laxman Krishnamurti" userId="0cf661a1bf3f86ca" providerId="LiveId" clId="{C9C2ACBC-A993-4465-860B-F475E45D1765}" dt="2025-08-18T12:54:43.040" v="288" actId="113"/>
          <ac:spMkLst>
            <pc:docMk/>
            <pc:sldMk cId="2879829355" sldId="332"/>
            <ac:spMk id="4" creationId="{CE8A27F1-E2C4-4DE8-507A-804183BAE9CC}"/>
          </ac:spMkLst>
        </pc:spChg>
        <pc:spChg chg="mod">
          <ac:chgData name="Laxman Krishnamurti" userId="0cf661a1bf3f86ca" providerId="LiveId" clId="{C9C2ACBC-A993-4465-860B-F475E45D1765}" dt="2025-08-18T12:53:08.789" v="266" actId="207"/>
          <ac:spMkLst>
            <pc:docMk/>
            <pc:sldMk cId="2879829355" sldId="332"/>
            <ac:spMk id="5" creationId="{EED9A2DC-EC10-5F6C-235F-97E817AB9DF7}"/>
          </ac:spMkLst>
        </pc:spChg>
      </pc:sldChg>
      <pc:sldChg chg="addSp delSp modSp add modAnim">
        <pc:chgData name="Laxman Krishnamurti" userId="0cf661a1bf3f86ca" providerId="LiveId" clId="{C9C2ACBC-A993-4465-860B-F475E45D1765}" dt="2025-08-18T12:59:03.973" v="334"/>
        <pc:sldMkLst>
          <pc:docMk/>
          <pc:sldMk cId="3344966964" sldId="333"/>
        </pc:sldMkLst>
        <pc:spChg chg="mod">
          <ac:chgData name="Laxman Krishnamurti" userId="0cf661a1bf3f86ca" providerId="LiveId" clId="{C9C2ACBC-A993-4465-860B-F475E45D1765}" dt="2025-08-18T12:56:22.458" v="303" actId="113"/>
          <ac:spMkLst>
            <pc:docMk/>
            <pc:sldMk cId="3344966964" sldId="333"/>
            <ac:spMk id="2" creationId="{D121834F-2023-D241-ECF7-D2C4BFBA778C}"/>
          </ac:spMkLst>
        </pc:spChg>
        <pc:spChg chg="add mod">
          <ac:chgData name="Laxman Krishnamurti" userId="0cf661a1bf3f86ca" providerId="LiveId" clId="{C9C2ACBC-A993-4465-860B-F475E45D1765}" dt="2025-08-18T12:58:40.331" v="330" actId="1076"/>
          <ac:spMkLst>
            <pc:docMk/>
            <pc:sldMk cId="3344966964" sldId="333"/>
            <ac:spMk id="3" creationId="{41533EA4-02C1-E8E7-9E40-9233B690BE05}"/>
          </ac:spMkLst>
        </pc:spChg>
        <pc:spChg chg="del">
          <ac:chgData name="Laxman Krishnamurti" userId="0cf661a1bf3f86ca" providerId="LiveId" clId="{C9C2ACBC-A993-4465-860B-F475E45D1765}" dt="2025-08-18T12:57:21.745" v="310" actId="478"/>
          <ac:spMkLst>
            <pc:docMk/>
            <pc:sldMk cId="3344966964" sldId="333"/>
            <ac:spMk id="4" creationId="{9E296258-7006-BB4F-21B2-A4FC9D7E6F9E}"/>
          </ac:spMkLst>
        </pc:spChg>
        <pc:spChg chg="mod">
          <ac:chgData name="Laxman Krishnamurti" userId="0cf661a1bf3f86ca" providerId="LiveId" clId="{C9C2ACBC-A993-4465-860B-F475E45D1765}" dt="2025-08-18T12:58:25.658" v="328" actId="2710"/>
          <ac:spMkLst>
            <pc:docMk/>
            <pc:sldMk cId="3344966964" sldId="333"/>
            <ac:spMk id="5" creationId="{F3D35092-CD9D-2810-0CEB-82C05B86CB1A}"/>
          </ac:spMkLst>
        </pc:spChg>
      </pc:sldChg>
      <pc:sldChg chg="addSp delSp modSp add modAnim">
        <pc:chgData name="Laxman Krishnamurti" userId="0cf661a1bf3f86ca" providerId="LiveId" clId="{C9C2ACBC-A993-4465-860B-F475E45D1765}" dt="2025-08-18T13:01:26.444" v="364"/>
        <pc:sldMkLst>
          <pc:docMk/>
          <pc:sldMk cId="4020379626" sldId="334"/>
        </pc:sldMkLst>
        <pc:spChg chg="mod">
          <ac:chgData name="Laxman Krishnamurti" userId="0cf661a1bf3f86ca" providerId="LiveId" clId="{C9C2ACBC-A993-4465-860B-F475E45D1765}" dt="2025-08-18T12:59:48.101" v="345" actId="207"/>
          <ac:spMkLst>
            <pc:docMk/>
            <pc:sldMk cId="4020379626" sldId="334"/>
            <ac:spMk id="2" creationId="{5EB78E18-A429-D94F-37F1-F2552B9F89AE}"/>
          </ac:spMkLst>
        </pc:spChg>
        <pc:spChg chg="del">
          <ac:chgData name="Laxman Krishnamurti" userId="0cf661a1bf3f86ca" providerId="LiveId" clId="{C9C2ACBC-A993-4465-860B-F475E45D1765}" dt="2025-08-18T13:00:18.784" v="352" actId="478"/>
          <ac:spMkLst>
            <pc:docMk/>
            <pc:sldMk cId="4020379626" sldId="334"/>
            <ac:spMk id="3" creationId="{1762190F-4313-7998-7629-F383214C8E22}"/>
          </ac:spMkLst>
        </pc:spChg>
        <pc:spChg chg="add mod">
          <ac:chgData name="Laxman Krishnamurti" userId="0cf661a1bf3f86ca" providerId="LiveId" clId="{C9C2ACBC-A993-4465-860B-F475E45D1765}" dt="2025-08-18T13:01:03.254" v="360" actId="207"/>
          <ac:spMkLst>
            <pc:docMk/>
            <pc:sldMk cId="4020379626" sldId="334"/>
            <ac:spMk id="4" creationId="{368C8611-EABA-9565-509F-8CA51B7A6C3D}"/>
          </ac:spMkLst>
        </pc:spChg>
        <pc:spChg chg="mod">
          <ac:chgData name="Laxman Krishnamurti" userId="0cf661a1bf3f86ca" providerId="LiveId" clId="{C9C2ACBC-A993-4465-860B-F475E45D1765}" dt="2025-08-18T13:00:16.607" v="351" actId="1076"/>
          <ac:spMkLst>
            <pc:docMk/>
            <pc:sldMk cId="4020379626" sldId="334"/>
            <ac:spMk id="5" creationId="{460A01F2-3F5C-D317-6C4A-28312312AEA3}"/>
          </ac:spMkLst>
        </pc:spChg>
      </pc:sldChg>
    </pc:docChg>
  </pc:docChgLst>
  <pc:docChgLst>
    <pc:chgData name="Laxman Krishnamurti" userId="0cf661a1bf3f86ca" providerId="LiveId" clId="{D97058B2-FD56-459C-9B13-AE7C6915C839}"/>
    <pc:docChg chg="undo custSel addSld delSld modSld">
      <pc:chgData name="Laxman Krishnamurti" userId="0cf661a1bf3f86ca" providerId="LiveId" clId="{D97058B2-FD56-459C-9B13-AE7C6915C839}" dt="2025-08-13T13:38:47.001" v="429"/>
      <pc:docMkLst>
        <pc:docMk/>
      </pc:docMkLst>
      <pc:sldChg chg="addSp delSp modSp mod delAnim modAnim">
        <pc:chgData name="Laxman Krishnamurti" userId="0cf661a1bf3f86ca" providerId="LiveId" clId="{D97058B2-FD56-459C-9B13-AE7C6915C839}" dt="2025-08-13T13:12:14.736" v="140"/>
        <pc:sldMkLst>
          <pc:docMk/>
          <pc:sldMk cId="685681062" sldId="282"/>
        </pc:sldMkLst>
        <pc:spChg chg="mod">
          <ac:chgData name="Laxman Krishnamurti" userId="0cf661a1bf3f86ca" providerId="LiveId" clId="{D97058B2-FD56-459C-9B13-AE7C6915C839}" dt="2025-08-13T13:07:44.220" v="86" actId="113"/>
          <ac:spMkLst>
            <pc:docMk/>
            <pc:sldMk cId="685681062" sldId="282"/>
            <ac:spMk id="2" creationId="{FD5E8954-9BCB-7FD9-A210-38DC54382D45}"/>
          </ac:spMkLst>
        </pc:spChg>
        <pc:spChg chg="add mod">
          <ac:chgData name="Laxman Krishnamurti" userId="0cf661a1bf3f86ca" providerId="LiveId" clId="{D97058B2-FD56-459C-9B13-AE7C6915C839}" dt="2025-08-13T13:09:58.456" v="106" actId="1076"/>
          <ac:spMkLst>
            <pc:docMk/>
            <pc:sldMk cId="685681062" sldId="282"/>
            <ac:spMk id="5" creationId="{2B906601-BF33-FE31-6B65-89B8C8230B18}"/>
          </ac:spMkLst>
        </pc:spChg>
      </pc:sldChg>
      <pc:sldChg chg="modSp mod">
        <pc:chgData name="Laxman Krishnamurti" userId="0cf661a1bf3f86ca" providerId="LiveId" clId="{D97058B2-FD56-459C-9B13-AE7C6915C839}" dt="2025-08-13T13:37:14.052" v="426" actId="207"/>
        <pc:sldMkLst>
          <pc:docMk/>
          <pc:sldMk cId="1973173046" sldId="297"/>
        </pc:sldMkLst>
        <pc:spChg chg="mod">
          <ac:chgData name="Laxman Krishnamurti" userId="0cf661a1bf3f86ca" providerId="LiveId" clId="{D97058B2-FD56-459C-9B13-AE7C6915C839}" dt="2025-08-13T13:37:14.052" v="426" actId="207"/>
          <ac:spMkLst>
            <pc:docMk/>
            <pc:sldMk cId="1973173046" sldId="297"/>
            <ac:spMk id="2" creationId="{509D22C5-0C9E-B582-A8FE-B45E70A01E7F}"/>
          </ac:spMkLst>
        </pc:spChg>
      </pc:sldChg>
      <pc:sldChg chg="addSp delSp modSp mod delAnim modAnim">
        <pc:chgData name="Laxman Krishnamurti" userId="0cf661a1bf3f86ca" providerId="LiveId" clId="{D97058B2-FD56-459C-9B13-AE7C6915C839}" dt="2025-08-13T13:06:28.561" v="74"/>
        <pc:sldMkLst>
          <pc:docMk/>
          <pc:sldMk cId="3913219759" sldId="304"/>
        </pc:sldMkLst>
        <pc:spChg chg="mod">
          <ac:chgData name="Laxman Krishnamurti" userId="0cf661a1bf3f86ca" providerId="LiveId" clId="{D97058B2-FD56-459C-9B13-AE7C6915C839}" dt="2025-08-13T13:04:01.347" v="58" actId="113"/>
          <ac:spMkLst>
            <pc:docMk/>
            <pc:sldMk cId="3913219759" sldId="304"/>
            <ac:spMk id="3" creationId="{D4D22962-3C7F-E480-5C35-7F4860A098E1}"/>
          </ac:spMkLst>
        </pc:spChg>
      </pc:sldChg>
      <pc:sldChg chg="addSp modSp mod modAnim">
        <pc:chgData name="Laxman Krishnamurti" userId="0cf661a1bf3f86ca" providerId="LiveId" clId="{D97058B2-FD56-459C-9B13-AE7C6915C839}" dt="2025-08-13T13:00:36.208" v="23"/>
        <pc:sldMkLst>
          <pc:docMk/>
          <pc:sldMk cId="391055981" sldId="316"/>
        </pc:sldMkLst>
        <pc:spChg chg="add mod">
          <ac:chgData name="Laxman Krishnamurti" userId="0cf661a1bf3f86ca" providerId="LiveId" clId="{D97058B2-FD56-459C-9B13-AE7C6915C839}" dt="2025-08-13T13:00:20.332" v="22" actId="1076"/>
          <ac:spMkLst>
            <pc:docMk/>
            <pc:sldMk cId="391055981" sldId="316"/>
            <ac:spMk id="2" creationId="{568154FE-E33E-B8CF-1550-CFF0DE7DE05C}"/>
          </ac:spMkLst>
        </pc:spChg>
        <pc:spChg chg="mod">
          <ac:chgData name="Laxman Krishnamurti" userId="0cf661a1bf3f86ca" providerId="LiveId" clId="{D97058B2-FD56-459C-9B13-AE7C6915C839}" dt="2025-08-13T12:59:37.604" v="13" actId="1076"/>
          <ac:spMkLst>
            <pc:docMk/>
            <pc:sldMk cId="391055981" sldId="316"/>
            <ac:spMk id="8" creationId="{8DD000A2-80D4-B2C3-8C89-AB967D406B45}"/>
          </ac:spMkLst>
        </pc:spChg>
      </pc:sldChg>
      <pc:sldChg chg="del">
        <pc:chgData name="Laxman Krishnamurti" userId="0cf661a1bf3f86ca" providerId="LiveId" clId="{D97058B2-FD56-459C-9B13-AE7C6915C839}" dt="2025-08-13T13:12:24.900" v="141" actId="2696"/>
        <pc:sldMkLst>
          <pc:docMk/>
          <pc:sldMk cId="2686063761" sldId="317"/>
        </pc:sldMkLst>
      </pc:sldChg>
      <pc:sldChg chg="del">
        <pc:chgData name="Laxman Krishnamurti" userId="0cf661a1bf3f86ca" providerId="LiveId" clId="{D97058B2-FD56-459C-9B13-AE7C6915C839}" dt="2025-08-13T13:12:27.210" v="142" actId="2696"/>
        <pc:sldMkLst>
          <pc:docMk/>
          <pc:sldMk cId="964956581" sldId="318"/>
        </pc:sldMkLst>
      </pc:sldChg>
      <pc:sldChg chg="del">
        <pc:chgData name="Laxman Krishnamurti" userId="0cf661a1bf3f86ca" providerId="LiveId" clId="{D97058B2-FD56-459C-9B13-AE7C6915C839}" dt="2025-08-13T13:12:29.040" v="143" actId="2696"/>
        <pc:sldMkLst>
          <pc:docMk/>
          <pc:sldMk cId="1216974341" sldId="319"/>
        </pc:sldMkLst>
      </pc:sldChg>
      <pc:sldChg chg="del">
        <pc:chgData name="Laxman Krishnamurti" userId="0cf661a1bf3f86ca" providerId="LiveId" clId="{D97058B2-FD56-459C-9B13-AE7C6915C839}" dt="2025-08-13T13:12:30.745" v="144" actId="2696"/>
        <pc:sldMkLst>
          <pc:docMk/>
          <pc:sldMk cId="3106308026" sldId="320"/>
        </pc:sldMkLst>
      </pc:sldChg>
      <pc:sldChg chg="del">
        <pc:chgData name="Laxman Krishnamurti" userId="0cf661a1bf3f86ca" providerId="LiveId" clId="{D97058B2-FD56-459C-9B13-AE7C6915C839}" dt="2025-08-13T13:12:32.349" v="145" actId="2696"/>
        <pc:sldMkLst>
          <pc:docMk/>
          <pc:sldMk cId="142689319" sldId="321"/>
        </pc:sldMkLst>
      </pc:sldChg>
      <pc:sldChg chg="del">
        <pc:chgData name="Laxman Krishnamurti" userId="0cf661a1bf3f86ca" providerId="LiveId" clId="{D97058B2-FD56-459C-9B13-AE7C6915C839}" dt="2025-08-13T13:12:34.052" v="146" actId="2696"/>
        <pc:sldMkLst>
          <pc:docMk/>
          <pc:sldMk cId="1189432747" sldId="322"/>
        </pc:sldMkLst>
      </pc:sldChg>
      <pc:sldChg chg="del">
        <pc:chgData name="Laxman Krishnamurti" userId="0cf661a1bf3f86ca" providerId="LiveId" clId="{D97058B2-FD56-459C-9B13-AE7C6915C839}" dt="2025-08-13T13:17:15.532" v="194" actId="2696"/>
        <pc:sldMkLst>
          <pc:docMk/>
          <pc:sldMk cId="2962139130" sldId="323"/>
        </pc:sldMkLst>
      </pc:sldChg>
      <pc:sldChg chg="addSp delSp modSp add modAnim">
        <pc:chgData name="Laxman Krishnamurti" userId="0cf661a1bf3f86ca" providerId="LiveId" clId="{D97058B2-FD56-459C-9B13-AE7C6915C839}" dt="2025-08-13T13:17:08.241" v="193"/>
        <pc:sldMkLst>
          <pc:docMk/>
          <pc:sldMk cId="1636258553" sldId="324"/>
        </pc:sldMkLst>
        <pc:spChg chg="mod">
          <ac:chgData name="Laxman Krishnamurti" userId="0cf661a1bf3f86ca" providerId="LiveId" clId="{D97058B2-FD56-459C-9B13-AE7C6915C839}" dt="2025-08-13T13:14:19.668" v="166" actId="113"/>
          <ac:spMkLst>
            <pc:docMk/>
            <pc:sldMk cId="1636258553" sldId="324"/>
            <ac:spMk id="2" creationId="{9D9EC715-1143-B40E-2867-0C1E4A812987}"/>
          </ac:spMkLst>
        </pc:spChg>
        <pc:spChg chg="mod">
          <ac:chgData name="Laxman Krishnamurti" userId="0cf661a1bf3f86ca" providerId="LiveId" clId="{D97058B2-FD56-459C-9B13-AE7C6915C839}" dt="2025-08-13T13:16:01.422" v="189" actId="1076"/>
          <ac:spMkLst>
            <pc:docMk/>
            <pc:sldMk cId="1636258553" sldId="324"/>
            <ac:spMk id="5" creationId="{DDAB5507-F5AC-4A7B-705F-D2F5DA3A7F97}"/>
          </ac:spMkLst>
        </pc:spChg>
      </pc:sldChg>
      <pc:sldChg chg="addSp delSp modSp add mod modAnim">
        <pc:chgData name="Laxman Krishnamurti" userId="0cf661a1bf3f86ca" providerId="LiveId" clId="{D97058B2-FD56-459C-9B13-AE7C6915C839}" dt="2025-08-13T13:21:56.639" v="247"/>
        <pc:sldMkLst>
          <pc:docMk/>
          <pc:sldMk cId="2120064288" sldId="325"/>
        </pc:sldMkLst>
      </pc:sldChg>
      <pc:sldChg chg="addSp delSp modSp add mod modAnim">
        <pc:chgData name="Laxman Krishnamurti" userId="0cf661a1bf3f86ca" providerId="LiveId" clId="{D97058B2-FD56-459C-9B13-AE7C6915C839}" dt="2025-08-13T13:23:29.993" v="275"/>
        <pc:sldMkLst>
          <pc:docMk/>
          <pc:sldMk cId="2072333027" sldId="326"/>
        </pc:sldMkLst>
      </pc:sldChg>
      <pc:sldChg chg="addSp delSp modSp add mod modAnim">
        <pc:chgData name="Laxman Krishnamurti" userId="0cf661a1bf3f86ca" providerId="LiveId" clId="{D97058B2-FD56-459C-9B13-AE7C6915C839}" dt="2025-08-13T13:27:00.289" v="319"/>
        <pc:sldMkLst>
          <pc:docMk/>
          <pc:sldMk cId="2247722477" sldId="327"/>
        </pc:sldMkLst>
      </pc:sldChg>
      <pc:sldChg chg="addSp delSp modSp add modAnim">
        <pc:chgData name="Laxman Krishnamurti" userId="0cf661a1bf3f86ca" providerId="LiveId" clId="{D97058B2-FD56-459C-9B13-AE7C6915C839}" dt="2025-08-13T13:30:11.593" v="357"/>
        <pc:sldMkLst>
          <pc:docMk/>
          <pc:sldMk cId="3573717480" sldId="328"/>
        </pc:sldMkLst>
      </pc:sldChg>
      <pc:sldChg chg="addSp delSp modSp add mod modAnim">
        <pc:chgData name="Laxman Krishnamurti" userId="0cf661a1bf3f86ca" providerId="LiveId" clId="{D97058B2-FD56-459C-9B13-AE7C6915C839}" dt="2025-08-13T13:32:44.137" v="394" actId="207"/>
        <pc:sldMkLst>
          <pc:docMk/>
          <pc:sldMk cId="3643055608" sldId="329"/>
        </pc:sldMkLst>
      </pc:sldChg>
      <pc:sldChg chg="addSp delSp modSp add mod modAnim">
        <pc:chgData name="Laxman Krishnamurti" userId="0cf661a1bf3f86ca" providerId="LiveId" clId="{D97058B2-FD56-459C-9B13-AE7C6915C839}" dt="2025-08-13T13:38:47.001" v="429"/>
        <pc:sldMkLst>
          <pc:docMk/>
          <pc:sldMk cId="427704924" sldId="33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16FA7-D609-9ADE-97E9-B5FD27043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4D34E-3345-53A9-A6A5-78CB51B677D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4EC221C-F91F-D6C8-8F73-36F4961B3D6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4335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FD89F-FBF5-8AFE-E293-BE562304D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2347F7-EB76-1FC8-84D4-C5254191034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292091E-2415-6925-EDDC-1485E6AD3C06}"/>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69670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59F49-71F7-7145-7867-4A710E5C0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822AF-7AE2-0FB9-19E2-257A7F00BF4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D9B90F6-3127-8A7C-7E8E-BFDEE8C9F2C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62729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055E-8547-5CEB-6AA0-7902DF0A3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DC742-F020-8506-D52A-83AF05476E1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9446EC4-C588-E432-C86D-C00F9E8F3B2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861303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39AB4-869E-ED2A-6E39-640F99554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4D695-B5A4-B8A5-56D3-9F1DF332DEE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C06772C-B0FC-424A-2580-FA4EC58CB92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08757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A880B-152E-5A45-1701-8ECA51B41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80C1A-5E16-D1F5-8305-E50340E85C3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4587EDB-E8CB-5B15-B4BD-0B49A0DEB5F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31187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mailto:laxmankrishnamurti@outlook.com"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sz="2800" dirty="0">
                <a:latin typeface="Poppins" panose="00000500000000000000" pitchFamily="2" charset="0"/>
                <a:cs typeface="Poppins" panose="00000500000000000000" pitchFamily="2" charset="0"/>
              </a:rPr>
              <a:t>Computer  fundamentals</a:t>
            </a:r>
            <a:br>
              <a:rPr lang="en-US" sz="2800" dirty="0">
                <a:latin typeface="Poppins" panose="00000500000000000000" pitchFamily="2" charset="0"/>
                <a:cs typeface="Poppins" panose="00000500000000000000" pitchFamily="2" charset="0"/>
              </a:rPr>
            </a:br>
            <a:br>
              <a:rPr lang="en-US" sz="2800" dirty="0">
                <a:latin typeface="Poppins" panose="00000500000000000000" pitchFamily="2" charset="0"/>
                <a:cs typeface="Poppins" panose="00000500000000000000" pitchFamily="2" charset="0"/>
              </a:rPr>
            </a:br>
            <a:r>
              <a:rPr lang="hi-IN" sz="2800" dirty="0">
                <a:solidFill>
                  <a:schemeClr val="bg1">
                    <a:lumMod val="50000"/>
                  </a:schemeClr>
                </a:solidFill>
                <a:latin typeface="Poppins" panose="00000500000000000000" pitchFamily="2" charset="0"/>
                <a:cs typeface="Poppins" panose="00000500000000000000" pitchFamily="2" charset="0"/>
              </a:rPr>
              <a:t>कंप्यूटर की बुनियादी बातें</a:t>
            </a:r>
            <a:endParaRPr lang="en-US" sz="280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20243767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rgbClr val="FFEFEF"/>
          </a:bgClr>
        </a:pattFill>
        <a:effectLst/>
      </p:bgPr>
    </p:bg>
    <p:spTree>
      <p:nvGrpSpPr>
        <p:cNvPr id="1" name="">
          <a:extLst>
            <a:ext uri="{FF2B5EF4-FFF2-40B4-BE49-F238E27FC236}">
              <a16:creationId xmlns:a16="http://schemas.microsoft.com/office/drawing/2014/main" id="{AEFA9B6B-74A5-54EA-1FCC-AA8A6CEBA69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DD000A2-80D4-B2C3-8C89-AB967D406B45}"/>
              </a:ext>
            </a:extLst>
          </p:cNvPr>
          <p:cNvSpPr txBox="1"/>
          <p:nvPr/>
        </p:nvSpPr>
        <p:spPr>
          <a:xfrm>
            <a:off x="3574862" y="2491250"/>
            <a:ext cx="5042267" cy="369332"/>
          </a:xfrm>
          <a:prstGeom prst="rect">
            <a:avLst/>
          </a:prstGeom>
          <a:noFill/>
        </p:spPr>
        <p:txBody>
          <a:bodyPr wrap="square">
            <a:spAutoFit/>
          </a:bodyPr>
          <a:lstStyle/>
          <a:p>
            <a:r>
              <a:rPr lang="en-US" b="1" dirty="0">
                <a:solidFill>
                  <a:schemeClr val="accent6">
                    <a:lumMod val="50000"/>
                  </a:schemeClr>
                </a:solidFill>
                <a:latin typeface="Poppins" panose="00000500000000000000" pitchFamily="2" charset="0"/>
                <a:cs typeface="Poppins" panose="00000500000000000000" pitchFamily="2" charset="0"/>
              </a:rPr>
              <a:t>Underlying Concept of Computer System</a:t>
            </a:r>
          </a:p>
        </p:txBody>
      </p:sp>
      <p:sp>
        <p:nvSpPr>
          <p:cNvPr id="2" name="TextBox 1">
            <a:extLst>
              <a:ext uri="{FF2B5EF4-FFF2-40B4-BE49-F238E27FC236}">
                <a16:creationId xmlns:a16="http://schemas.microsoft.com/office/drawing/2014/main" id="{568154FE-E33E-B8CF-1550-CFF0DE7DE05C}"/>
              </a:ext>
            </a:extLst>
          </p:cNvPr>
          <p:cNvSpPr txBox="1"/>
          <p:nvPr/>
        </p:nvSpPr>
        <p:spPr>
          <a:xfrm>
            <a:off x="4084315" y="2888715"/>
            <a:ext cx="4119159" cy="369332"/>
          </a:xfrm>
          <a:prstGeom prst="rect">
            <a:avLst/>
          </a:prstGeom>
          <a:noFill/>
        </p:spPr>
        <p:txBody>
          <a:bodyPr wrap="square">
            <a:spAutoFit/>
          </a:bodyPr>
          <a:lstStyle/>
          <a:p>
            <a:r>
              <a:rPr lang="hi-IN" b="1" dirty="0">
                <a:solidFill>
                  <a:schemeClr val="bg1">
                    <a:lumMod val="50000"/>
                  </a:schemeClr>
                </a:solidFill>
                <a:latin typeface="Poppins" panose="00000500000000000000" pitchFamily="2" charset="0"/>
                <a:cs typeface="Poppins" panose="00000500000000000000" pitchFamily="2" charset="0"/>
              </a:rPr>
              <a:t>कंप्यूटर सिस्टम की अंतर्निहित अवधारणा</a:t>
            </a:r>
            <a:endParaRPr lang="en-IN" sz="1400" b="1"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10559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randombar(horizont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879772"/>
            <a:ext cx="6583680" cy="1531357"/>
          </a:xfrm>
        </p:spPr>
        <p:txBody>
          <a:bodyPr/>
          <a:lstStyle/>
          <a:p>
            <a:r>
              <a:rPr lang="en-US" sz="2000" dirty="0">
                <a:latin typeface="Poppins" panose="00000500000000000000" pitchFamily="2" charset="0"/>
                <a:cs typeface="Poppins" panose="00000500000000000000" pitchFamily="2" charset="0"/>
              </a:rPr>
              <a:t>Agenda | </a:t>
            </a:r>
            <a:r>
              <a:rPr lang="hi-IN" sz="2000" dirty="0">
                <a:latin typeface="Poppins" panose="00000500000000000000" pitchFamily="2" charset="0"/>
                <a:cs typeface="Poppins" panose="00000500000000000000" pitchFamily="2" charset="0"/>
              </a:rPr>
              <a:t>कार्यसूची</a:t>
            </a:r>
            <a:endParaRPr lang="en-US" sz="2000" dirty="0">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977537"/>
            <a:ext cx="6583680" cy="1434737"/>
          </a:xfrm>
        </p:spPr>
        <p:txBody>
          <a:bodyPr>
            <a:normAutofit/>
          </a:bodyPr>
          <a:lstStyle/>
          <a:p>
            <a:r>
              <a:rPr lang="en-US" sz="1200" b="1" dirty="0">
                <a:latin typeface="Poppins" panose="00000500000000000000" pitchFamily="2" charset="0"/>
                <a:cs typeface="Poppins" panose="00000500000000000000" pitchFamily="2" charset="0"/>
              </a:rPr>
              <a:t> 1. The Basic Idea of a Computer System</a:t>
            </a:r>
            <a:endParaRPr lang="en-US" sz="1200" dirty="0">
              <a:latin typeface="Poppins" panose="00000500000000000000" pitchFamily="2" charset="0"/>
              <a:cs typeface="Poppins" panose="00000500000000000000" pitchFamily="2" charset="0"/>
            </a:endParaRPr>
          </a:p>
          <a:p>
            <a:r>
              <a:rPr lang="en-US" sz="1200" b="1" dirty="0">
                <a:latin typeface="Poppins" panose="00000500000000000000" pitchFamily="2" charset="0"/>
                <a:cs typeface="Poppins" panose="00000500000000000000" pitchFamily="2" charset="0"/>
              </a:rPr>
              <a:t> 2. Components of a Computer System</a:t>
            </a:r>
            <a:endParaRPr lang="en-US" sz="1200" dirty="0">
              <a:latin typeface="Poppins" panose="00000500000000000000" pitchFamily="2" charset="0"/>
              <a:cs typeface="Poppins" panose="00000500000000000000" pitchFamily="2" charset="0"/>
            </a:endParaRPr>
          </a:p>
          <a:p>
            <a:r>
              <a:rPr lang="en-US" sz="1200" b="1" dirty="0">
                <a:latin typeface="Poppins" panose="00000500000000000000" pitchFamily="2" charset="0"/>
                <a:cs typeface="Poppins" panose="00000500000000000000" pitchFamily="2" charset="0"/>
              </a:rPr>
              <a:t> 3. Functional Concept (How the system works)</a:t>
            </a:r>
            <a:endParaRPr lang="en-US" sz="1200" dirty="0">
              <a:latin typeface="Poppins" panose="00000500000000000000" pitchFamily="2" charset="0"/>
              <a:cs typeface="Poppins" panose="00000500000000000000" pitchFamily="2" charset="0"/>
            </a:endParaRPr>
          </a:p>
          <a:p>
            <a:r>
              <a:rPr lang="en-IN" sz="1200" b="1" dirty="0">
                <a:latin typeface="Poppins" panose="00000500000000000000" pitchFamily="2" charset="0"/>
                <a:cs typeface="Poppins" panose="00000500000000000000" pitchFamily="2" charset="0"/>
              </a:rPr>
              <a:t>4. Advanced Concepts</a:t>
            </a:r>
            <a:endParaRPr lang="en-IN" sz="1200" dirty="0">
              <a:latin typeface="Poppins" panose="00000500000000000000" pitchFamily="2" charset="0"/>
              <a:cs typeface="Poppins" panose="00000500000000000000" pitchFamily="2" charset="0"/>
            </a:endParaRPr>
          </a:p>
          <a:p>
            <a:r>
              <a:rPr lang="en-US" sz="1200" b="1" dirty="0">
                <a:latin typeface="Poppins" panose="00000500000000000000" pitchFamily="2" charset="0"/>
                <a:cs typeface="Poppins" panose="00000500000000000000" pitchFamily="2" charset="0"/>
              </a:rPr>
              <a:t>5. Summary in Simple Terms</a:t>
            </a:r>
            <a:endParaRPr lang="en-US" sz="1200" dirty="0">
              <a:latin typeface="Poppins" panose="00000500000000000000" pitchFamily="2" charset="0"/>
              <a:cs typeface="Poppins" panose="00000500000000000000" pitchFamily="2" charset="0"/>
            </a:endParaRP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
        <p:nvSpPr>
          <p:cNvPr id="5" name="Content Placeholder 2">
            <a:extLst>
              <a:ext uri="{FF2B5EF4-FFF2-40B4-BE49-F238E27FC236}">
                <a16:creationId xmlns:a16="http://schemas.microsoft.com/office/drawing/2014/main" id="{D5193771-11BF-AC9A-29D2-EFE058CCE341}"/>
              </a:ext>
            </a:extLst>
          </p:cNvPr>
          <p:cNvSpPr txBox="1">
            <a:spLocks/>
          </p:cNvSpPr>
          <p:nvPr/>
        </p:nvSpPr>
        <p:spPr>
          <a:xfrm>
            <a:off x="914400" y="2738226"/>
            <a:ext cx="6583680" cy="1434737"/>
          </a:xfrm>
          <a:prstGeom prst="rect">
            <a:avLst/>
          </a:prstGeom>
        </p:spPr>
        <p:txBody>
          <a:bodyPr vert="horz" lIns="91440" tIns="0" rIns="91440" bIns="0" rtlCol="0">
            <a:norm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buAutoNum type="arabicPeriod"/>
            </a:pPr>
            <a:r>
              <a:rPr lang="hi-IN" sz="1200" b="1" dirty="0">
                <a:solidFill>
                  <a:schemeClr val="bg1">
                    <a:lumMod val="50000"/>
                  </a:schemeClr>
                </a:solidFill>
                <a:latin typeface="Poppins" panose="00000500000000000000" pitchFamily="2" charset="0"/>
                <a:cs typeface="Poppins" panose="00000500000000000000" pitchFamily="2" charset="0"/>
              </a:rPr>
              <a:t>कंप्यूटर सिस्टम का मूल विचार</a:t>
            </a:r>
            <a:endParaRPr lang="en-US" sz="1200" b="1" dirty="0">
              <a:solidFill>
                <a:schemeClr val="bg1">
                  <a:lumMod val="50000"/>
                </a:schemeClr>
              </a:solidFill>
              <a:latin typeface="Poppins" panose="00000500000000000000" pitchFamily="2" charset="0"/>
              <a:cs typeface="Poppins" panose="00000500000000000000" pitchFamily="2" charset="0"/>
            </a:endParaRPr>
          </a:p>
          <a:p>
            <a:pPr marL="228600" indent="-228600">
              <a:buAutoNum type="arabicPeriod"/>
            </a:pPr>
            <a:r>
              <a:rPr lang="hi-IN" sz="1200" b="1" dirty="0">
                <a:solidFill>
                  <a:schemeClr val="bg1">
                    <a:lumMod val="50000"/>
                  </a:schemeClr>
                </a:solidFill>
                <a:latin typeface="Poppins" panose="00000500000000000000" pitchFamily="2" charset="0"/>
                <a:cs typeface="Poppins" panose="00000500000000000000" pitchFamily="2" charset="0"/>
              </a:rPr>
              <a:t>कंप्यूटर सिस्टम के घटक</a:t>
            </a:r>
            <a:r>
              <a:rPr lang="en-US" sz="1200" b="1" dirty="0">
                <a:solidFill>
                  <a:schemeClr val="bg1">
                    <a:lumMod val="50000"/>
                  </a:schemeClr>
                </a:solidFill>
                <a:latin typeface="Poppins" panose="00000500000000000000" pitchFamily="2" charset="0"/>
                <a:cs typeface="Poppins" panose="00000500000000000000" pitchFamily="2" charset="0"/>
              </a:rPr>
              <a:t> </a:t>
            </a:r>
          </a:p>
          <a:p>
            <a:pPr marL="228600" indent="-228600">
              <a:buAutoNum type="arabicPeriod"/>
            </a:pPr>
            <a:r>
              <a:rPr lang="hi-IN" sz="1200" b="1" dirty="0">
                <a:solidFill>
                  <a:schemeClr val="bg1">
                    <a:lumMod val="50000"/>
                  </a:schemeClr>
                </a:solidFill>
                <a:latin typeface="Poppins" panose="00000500000000000000" pitchFamily="2" charset="0"/>
                <a:cs typeface="Poppins" panose="00000500000000000000" pitchFamily="2" charset="0"/>
              </a:rPr>
              <a:t>कार्यात्मक अवधारणा (सिस्टम कैसे काम करता है)</a:t>
            </a:r>
            <a:endParaRPr lang="en-US" sz="1200" b="1" dirty="0">
              <a:solidFill>
                <a:schemeClr val="bg1">
                  <a:lumMod val="50000"/>
                </a:schemeClr>
              </a:solidFill>
              <a:latin typeface="Poppins" panose="00000500000000000000" pitchFamily="2" charset="0"/>
              <a:cs typeface="Poppins" panose="00000500000000000000" pitchFamily="2" charset="0"/>
            </a:endParaRPr>
          </a:p>
          <a:p>
            <a:pPr marL="228600" indent="-228600">
              <a:buAutoNum type="arabicPeriod"/>
            </a:pPr>
            <a:r>
              <a:rPr lang="hi-IN" sz="1200" b="1" dirty="0">
                <a:solidFill>
                  <a:schemeClr val="bg1">
                    <a:lumMod val="50000"/>
                  </a:schemeClr>
                </a:solidFill>
                <a:latin typeface="Poppins" panose="00000500000000000000" pitchFamily="2" charset="0"/>
                <a:cs typeface="Poppins" panose="00000500000000000000" pitchFamily="2" charset="0"/>
              </a:rPr>
              <a:t>उन्नत अवधारणाएं</a:t>
            </a:r>
            <a:endParaRPr lang="en-US" sz="1200" b="1" dirty="0">
              <a:solidFill>
                <a:schemeClr val="bg1">
                  <a:lumMod val="50000"/>
                </a:schemeClr>
              </a:solidFill>
              <a:latin typeface="Poppins" panose="00000500000000000000" pitchFamily="2" charset="0"/>
              <a:cs typeface="Poppins" panose="00000500000000000000" pitchFamily="2" charset="0"/>
            </a:endParaRPr>
          </a:p>
          <a:p>
            <a:pPr marL="228600" indent="-228600">
              <a:buAutoNum type="arabicPeriod"/>
            </a:pPr>
            <a:r>
              <a:rPr lang="hi-IN" sz="1200" b="1" dirty="0">
                <a:solidFill>
                  <a:schemeClr val="bg1">
                    <a:lumMod val="50000"/>
                  </a:schemeClr>
                </a:solidFill>
                <a:latin typeface="Poppins" panose="00000500000000000000" pitchFamily="2" charset="0"/>
                <a:cs typeface="Poppins" panose="00000500000000000000" pitchFamily="2" charset="0"/>
              </a:rPr>
              <a:t>सरल शब्दों में सारांश</a:t>
            </a:r>
            <a:endParaRPr lang="en-US" sz="120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132197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8" dur="500"/>
                                        <p:tgtEl>
                                          <p:spTgt spid="3">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1" dur="500"/>
                                        <p:tgtEl>
                                          <p:spTgt spid="3">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randombar(horizontal)">
                                      <p:cBhvr>
                                        <p:cTn id="29" dur="500"/>
                                        <p:tgtEl>
                                          <p:spTgt spid="5">
                                            <p:txEl>
                                              <p:pRg st="0" end="0"/>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32" dur="500"/>
                                        <p:tgtEl>
                                          <p:spTgt spid="5">
                                            <p:txEl>
                                              <p:pRg st="1" end="1"/>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Effect transition="in" filter="randombar(horizontal)">
                                      <p:cBhvr>
                                        <p:cTn id="35" dur="500"/>
                                        <p:tgtEl>
                                          <p:spTgt spid="5">
                                            <p:txEl>
                                              <p:pRg st="2" end="2"/>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5">
                                            <p:txEl>
                                              <p:pRg st="3" end="3"/>
                                            </p:txEl>
                                          </p:spTgt>
                                        </p:tgtEl>
                                        <p:attrNameLst>
                                          <p:attrName>style.visibility</p:attrName>
                                        </p:attrNameLst>
                                      </p:cBhvr>
                                      <p:to>
                                        <p:strVal val="visible"/>
                                      </p:to>
                                    </p:set>
                                    <p:animEffect transition="in" filter="randombar(horizontal)">
                                      <p:cBhvr>
                                        <p:cTn id="38" dur="500"/>
                                        <p:tgtEl>
                                          <p:spTgt spid="5">
                                            <p:txEl>
                                              <p:pRg st="3" end="3"/>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5">
                                            <p:txEl>
                                              <p:pRg st="4" end="4"/>
                                            </p:txEl>
                                          </p:spTgt>
                                        </p:tgtEl>
                                        <p:attrNameLst>
                                          <p:attrName>style.visibility</p:attrName>
                                        </p:attrNameLst>
                                      </p:cBhvr>
                                      <p:to>
                                        <p:strVal val="visible"/>
                                      </p:to>
                                    </p:set>
                                    <p:animEffect transition="in" filter="randombar(horizontal)">
                                      <p:cBhvr>
                                        <p:cTn id="41"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917662" y="0"/>
            <a:ext cx="7459984" cy="994164"/>
          </a:xfrm>
        </p:spPr>
        <p:txBody>
          <a:bodyPr/>
          <a:lstStyle/>
          <a:p>
            <a:r>
              <a:rPr lang="en-US" sz="1400" dirty="0">
                <a:latin typeface="Poppins" panose="00000500000000000000" pitchFamily="2" charset="0"/>
                <a:cs typeface="Poppins" panose="00000500000000000000" pitchFamily="2" charset="0"/>
              </a:rPr>
              <a:t>1. The Basic Idea of a Computer System  </a:t>
            </a:r>
            <a:r>
              <a:rPr lang="en-IN" sz="1400" dirty="0">
                <a:latin typeface="Poppins" panose="00000500000000000000" pitchFamily="2" charset="0"/>
                <a:cs typeface="Poppins" panose="00000500000000000000" pitchFamily="2" charset="0"/>
              </a:rPr>
              <a:t>|  </a:t>
            </a:r>
            <a:r>
              <a:rPr lang="hi-IN" sz="1400" dirty="0">
                <a:solidFill>
                  <a:schemeClr val="bg1">
                    <a:lumMod val="50000"/>
                  </a:schemeClr>
                </a:solidFill>
                <a:latin typeface="Poppins" panose="00000500000000000000" pitchFamily="2" charset="0"/>
                <a:cs typeface="Poppins" panose="00000500000000000000" pitchFamily="2" charset="0"/>
              </a:rPr>
              <a:t>कंप्यूटर सिस्टम का मूल विचार</a:t>
            </a:r>
            <a:endParaRPr lang="en-IN" sz="14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
        <p:nvSpPr>
          <p:cNvPr id="5" name="Rectangle 1">
            <a:extLst>
              <a:ext uri="{FF2B5EF4-FFF2-40B4-BE49-F238E27FC236}">
                <a16:creationId xmlns:a16="http://schemas.microsoft.com/office/drawing/2014/main" id="{2B906601-BF33-FE31-6B65-89B8C8230B18}"/>
              </a:ext>
            </a:extLst>
          </p:cNvPr>
          <p:cNvSpPr>
            <a:spLocks noChangeArrowheads="1"/>
          </p:cNvSpPr>
          <p:nvPr/>
        </p:nvSpPr>
        <p:spPr bwMode="auto">
          <a:xfrm>
            <a:off x="917662" y="1300677"/>
            <a:ext cx="8028160"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050" dirty="0">
                <a:solidFill>
                  <a:schemeClr val="accent6">
                    <a:lumMod val="50000"/>
                  </a:schemeClr>
                </a:solidFill>
                <a:latin typeface="Poppins" panose="00000500000000000000" pitchFamily="2" charset="0"/>
                <a:cs typeface="Poppins" panose="00000500000000000000" pitchFamily="2" charset="0"/>
              </a:rPr>
              <a:t>At its core, a </a:t>
            </a:r>
            <a:r>
              <a:rPr lang="en-US" sz="1050" b="1" dirty="0">
                <a:solidFill>
                  <a:schemeClr val="accent6">
                    <a:lumMod val="50000"/>
                  </a:schemeClr>
                </a:solidFill>
                <a:latin typeface="Poppins" panose="00000500000000000000" pitchFamily="2" charset="0"/>
                <a:cs typeface="Poppins" panose="00000500000000000000" pitchFamily="2" charset="0"/>
              </a:rPr>
              <a:t>computer system</a:t>
            </a:r>
            <a:r>
              <a:rPr lang="en-US" sz="1050" dirty="0">
                <a:solidFill>
                  <a:schemeClr val="accent6">
                    <a:lumMod val="50000"/>
                  </a:schemeClr>
                </a:solidFill>
                <a:latin typeface="Poppins" panose="00000500000000000000" pitchFamily="2" charset="0"/>
                <a:cs typeface="Poppins" panose="00000500000000000000" pitchFamily="2" charset="0"/>
              </a:rPr>
              <a:t> is a machine designed to </a:t>
            </a:r>
            <a:r>
              <a:rPr lang="en-US" sz="1050" b="1" dirty="0">
                <a:solidFill>
                  <a:schemeClr val="accent6">
                    <a:lumMod val="50000"/>
                  </a:schemeClr>
                </a:solidFill>
                <a:latin typeface="Poppins" panose="00000500000000000000" pitchFamily="2" charset="0"/>
                <a:cs typeface="Poppins" panose="00000500000000000000" pitchFamily="2" charset="0"/>
              </a:rPr>
              <a:t>accept input, process data, store it, and produce output</a:t>
            </a:r>
            <a:r>
              <a:rPr lang="en-US" sz="1050" dirty="0">
                <a:solidFill>
                  <a:schemeClr val="accent6">
                    <a:lumMod val="50000"/>
                  </a:schemeClr>
                </a:solidFill>
                <a:latin typeface="Poppins" panose="00000500000000000000" pitchFamily="2" charset="0"/>
                <a:cs typeface="Poppins" panose="00000500000000000000" pitchFamily="2" charset="0"/>
              </a:rPr>
              <a:t>.</a:t>
            </a:r>
          </a:p>
          <a:p>
            <a:r>
              <a:rPr lang="en-US" sz="1050" dirty="0">
                <a:solidFill>
                  <a:schemeClr val="accent6">
                    <a:lumMod val="50000"/>
                  </a:schemeClr>
                </a:solidFill>
                <a:latin typeface="Poppins" panose="00000500000000000000" pitchFamily="2" charset="0"/>
                <a:cs typeface="Poppins" panose="00000500000000000000" pitchFamily="2" charset="0"/>
              </a:rPr>
              <a:t>This cycle is called the </a:t>
            </a:r>
            <a:r>
              <a:rPr lang="en-US" sz="1050" b="1" dirty="0">
                <a:solidFill>
                  <a:schemeClr val="accent6">
                    <a:lumMod val="50000"/>
                  </a:schemeClr>
                </a:solidFill>
                <a:latin typeface="Poppins" panose="00000500000000000000" pitchFamily="2" charset="0"/>
                <a:cs typeface="Poppins" panose="00000500000000000000" pitchFamily="2" charset="0"/>
              </a:rPr>
              <a:t>IPO cycle</a:t>
            </a:r>
            <a:r>
              <a:rPr lang="en-US" sz="1050" dirty="0">
                <a:solidFill>
                  <a:schemeClr val="accent6">
                    <a:lumMod val="50000"/>
                  </a:schemeClr>
                </a:solidFill>
                <a:latin typeface="Poppins" panose="00000500000000000000" pitchFamily="2" charset="0"/>
                <a:cs typeface="Poppins" panose="00000500000000000000" pitchFamily="2" charset="0"/>
              </a:rPr>
              <a:t>:</a:t>
            </a:r>
          </a:p>
          <a:p>
            <a:br>
              <a:rPr lang="en-US" sz="1050" dirty="0">
                <a:solidFill>
                  <a:schemeClr val="accent6">
                    <a:lumMod val="50000"/>
                  </a:schemeClr>
                </a:solidFill>
                <a:latin typeface="Poppins" panose="00000500000000000000" pitchFamily="2" charset="0"/>
                <a:cs typeface="Poppins" panose="00000500000000000000" pitchFamily="2" charset="0"/>
              </a:rPr>
            </a:br>
            <a:r>
              <a:rPr lang="en-US" sz="1050" dirty="0">
                <a:solidFill>
                  <a:schemeClr val="accent6">
                    <a:lumMod val="50000"/>
                  </a:schemeClr>
                </a:solidFill>
                <a:latin typeface="Poppins" panose="00000500000000000000" pitchFamily="2" charset="0"/>
                <a:cs typeface="Poppins" panose="00000500000000000000" pitchFamily="2" charset="0"/>
              </a:rPr>
              <a:t> </a:t>
            </a:r>
            <a:r>
              <a:rPr lang="en-US" sz="1050" b="1" dirty="0">
                <a:solidFill>
                  <a:schemeClr val="accent6">
                    <a:lumMod val="50000"/>
                  </a:schemeClr>
                </a:solidFill>
                <a:latin typeface="Poppins" panose="00000500000000000000" pitchFamily="2" charset="0"/>
                <a:cs typeface="Poppins" panose="00000500000000000000" pitchFamily="2" charset="0"/>
              </a:rPr>
              <a:t>Input</a:t>
            </a:r>
            <a:r>
              <a:rPr lang="en-US" sz="1050" dirty="0">
                <a:solidFill>
                  <a:schemeClr val="accent6">
                    <a:lumMod val="50000"/>
                  </a:schemeClr>
                </a:solidFill>
                <a:latin typeface="Poppins" panose="00000500000000000000" pitchFamily="2" charset="0"/>
                <a:cs typeface="Poppins" panose="00000500000000000000" pitchFamily="2" charset="0"/>
              </a:rPr>
              <a:t> → data entered into the system (keyboard, mouse, sensors)</a:t>
            </a:r>
          </a:p>
          <a:p>
            <a:r>
              <a:rPr lang="en-US" sz="1050" dirty="0">
                <a:solidFill>
                  <a:schemeClr val="accent6">
                    <a:lumMod val="50000"/>
                  </a:schemeClr>
                </a:solidFill>
                <a:latin typeface="Poppins" panose="00000500000000000000" pitchFamily="2" charset="0"/>
                <a:cs typeface="Poppins" panose="00000500000000000000" pitchFamily="2" charset="0"/>
              </a:rPr>
              <a:t> </a:t>
            </a:r>
            <a:r>
              <a:rPr lang="en-US" sz="1050" b="1" dirty="0">
                <a:solidFill>
                  <a:schemeClr val="accent6">
                    <a:lumMod val="50000"/>
                  </a:schemeClr>
                </a:solidFill>
                <a:latin typeface="Poppins" panose="00000500000000000000" pitchFamily="2" charset="0"/>
                <a:cs typeface="Poppins" panose="00000500000000000000" pitchFamily="2" charset="0"/>
              </a:rPr>
              <a:t>Process</a:t>
            </a:r>
            <a:r>
              <a:rPr lang="en-US" sz="1050" dirty="0">
                <a:solidFill>
                  <a:schemeClr val="accent6">
                    <a:lumMod val="50000"/>
                  </a:schemeClr>
                </a:solidFill>
                <a:latin typeface="Poppins" panose="00000500000000000000" pitchFamily="2" charset="0"/>
                <a:cs typeface="Poppins" panose="00000500000000000000" pitchFamily="2" charset="0"/>
              </a:rPr>
              <a:t> → computation done by CPU (arithmetic, logic, control)</a:t>
            </a:r>
          </a:p>
          <a:p>
            <a:r>
              <a:rPr lang="en-US" sz="1050" dirty="0">
                <a:solidFill>
                  <a:schemeClr val="accent6">
                    <a:lumMod val="50000"/>
                  </a:schemeClr>
                </a:solidFill>
                <a:latin typeface="Poppins" panose="00000500000000000000" pitchFamily="2" charset="0"/>
                <a:cs typeface="Poppins" panose="00000500000000000000" pitchFamily="2" charset="0"/>
              </a:rPr>
              <a:t> </a:t>
            </a:r>
            <a:r>
              <a:rPr lang="en-US" sz="1050" b="1" dirty="0">
                <a:solidFill>
                  <a:schemeClr val="accent6">
                    <a:lumMod val="50000"/>
                  </a:schemeClr>
                </a:solidFill>
                <a:latin typeface="Poppins" panose="00000500000000000000" pitchFamily="2" charset="0"/>
                <a:cs typeface="Poppins" panose="00000500000000000000" pitchFamily="2" charset="0"/>
              </a:rPr>
              <a:t>Output</a:t>
            </a:r>
            <a:r>
              <a:rPr lang="en-US" sz="1050" dirty="0">
                <a:solidFill>
                  <a:schemeClr val="accent6">
                    <a:lumMod val="50000"/>
                  </a:schemeClr>
                </a:solidFill>
                <a:latin typeface="Poppins" panose="00000500000000000000" pitchFamily="2" charset="0"/>
                <a:cs typeface="Poppins" panose="00000500000000000000" pitchFamily="2" charset="0"/>
              </a:rPr>
              <a:t> → information shown to the user (monitor, speakers, printer)</a:t>
            </a:r>
          </a:p>
          <a:p>
            <a:r>
              <a:rPr lang="en-US" sz="1050" dirty="0">
                <a:solidFill>
                  <a:schemeClr val="accent6">
                    <a:lumMod val="50000"/>
                  </a:schemeClr>
                </a:solidFill>
                <a:latin typeface="Poppins" panose="00000500000000000000" pitchFamily="2" charset="0"/>
                <a:cs typeface="Poppins" panose="00000500000000000000" pitchFamily="2" charset="0"/>
              </a:rPr>
              <a:t> </a:t>
            </a:r>
            <a:r>
              <a:rPr lang="en-US" sz="1050" b="1" dirty="0">
                <a:solidFill>
                  <a:schemeClr val="accent6">
                    <a:lumMod val="50000"/>
                  </a:schemeClr>
                </a:solidFill>
                <a:latin typeface="Poppins" panose="00000500000000000000" pitchFamily="2" charset="0"/>
                <a:cs typeface="Poppins" panose="00000500000000000000" pitchFamily="2" charset="0"/>
              </a:rPr>
              <a:t>Storage</a:t>
            </a:r>
            <a:r>
              <a:rPr lang="en-US" sz="1050" dirty="0">
                <a:solidFill>
                  <a:schemeClr val="accent6">
                    <a:lumMod val="50000"/>
                  </a:schemeClr>
                </a:solidFill>
                <a:latin typeface="Poppins" panose="00000500000000000000" pitchFamily="2" charset="0"/>
                <a:cs typeface="Poppins" panose="00000500000000000000" pitchFamily="2" charset="0"/>
              </a:rPr>
              <a:t> → saving data for later (hard disk, SSD, memory)</a:t>
            </a:r>
          </a:p>
          <a:p>
            <a:br>
              <a:rPr lang="en-US" sz="1050" dirty="0">
                <a:solidFill>
                  <a:schemeClr val="accent6">
                    <a:lumMod val="50000"/>
                  </a:schemeClr>
                </a:solidFill>
                <a:latin typeface="Poppins" panose="00000500000000000000" pitchFamily="2" charset="0"/>
                <a:cs typeface="Poppins" panose="00000500000000000000" pitchFamily="2" charset="0"/>
              </a:rPr>
            </a:br>
            <a:r>
              <a:rPr lang="en-US" sz="1050" dirty="0">
                <a:solidFill>
                  <a:schemeClr val="accent6">
                    <a:lumMod val="50000"/>
                  </a:schemeClr>
                </a:solidFill>
                <a:latin typeface="Poppins" panose="00000500000000000000" pitchFamily="2" charset="0"/>
                <a:cs typeface="Poppins" panose="00000500000000000000" pitchFamily="2" charset="0"/>
              </a:rPr>
              <a:t>A computer system is not just hardware. It also requires software to instruct the hardware on what to do. Together they form a functional unit.</a:t>
            </a:r>
          </a:p>
          <a:p>
            <a:br>
              <a:rPr lang="en-US" sz="1050" dirty="0">
                <a:solidFill>
                  <a:schemeClr val="accent6">
                    <a:lumMod val="50000"/>
                  </a:schemeClr>
                </a:solidFill>
                <a:latin typeface="Poppins" panose="00000500000000000000" pitchFamily="2" charset="0"/>
                <a:cs typeface="Poppins" panose="00000500000000000000" pitchFamily="2" charset="0"/>
              </a:rPr>
            </a:br>
            <a:r>
              <a:rPr lang="en-US" sz="1050" b="1" dirty="0">
                <a:solidFill>
                  <a:schemeClr val="accent6">
                    <a:lumMod val="50000"/>
                  </a:schemeClr>
                </a:solidFill>
                <a:latin typeface="Poppins" panose="00000500000000000000" pitchFamily="2" charset="0"/>
                <a:cs typeface="Poppins" panose="00000500000000000000" pitchFamily="2" charset="0"/>
              </a:rPr>
              <a:t>Core </a:t>
            </a:r>
            <a:r>
              <a:rPr lang="en-US" sz="1050" b="1" dirty="0" err="1">
                <a:solidFill>
                  <a:schemeClr val="accent6">
                    <a:lumMod val="50000"/>
                  </a:schemeClr>
                </a:solidFill>
                <a:latin typeface="Poppins" panose="00000500000000000000" pitchFamily="2" charset="0"/>
                <a:cs typeface="Poppins" panose="00000500000000000000" pitchFamily="2" charset="0"/>
              </a:rPr>
              <a:t>Definintion</a:t>
            </a:r>
            <a:r>
              <a:rPr lang="en-US" sz="1050" dirty="0">
                <a:solidFill>
                  <a:schemeClr val="accent6">
                    <a:lumMod val="50000"/>
                  </a:schemeClr>
                </a:solidFill>
                <a:latin typeface="Poppins" panose="00000500000000000000" pitchFamily="2" charset="0"/>
                <a:cs typeface="Poppins" panose="00000500000000000000" pitchFamily="2" charset="0"/>
              </a:rPr>
              <a:t> : The underlying concept of a computer system is that it is an electronic system designed to take input, process it according to a set of instructions, store it when necessary, and then produce meaningful output.</a:t>
            </a:r>
          </a:p>
          <a:p>
            <a:br>
              <a:rPr lang="en-US" sz="1050" dirty="0">
                <a:solidFill>
                  <a:schemeClr val="accent6">
                    <a:lumMod val="50000"/>
                  </a:schemeClr>
                </a:solidFill>
                <a:latin typeface="Poppins" panose="00000500000000000000" pitchFamily="2" charset="0"/>
                <a:cs typeface="Poppins" panose="00000500000000000000" pitchFamily="2" charset="0"/>
              </a:rPr>
            </a:br>
            <a:endParaRPr lang="en-US" sz="1050" dirty="0">
              <a:solidFill>
                <a:schemeClr val="accent6">
                  <a:lumMod val="50000"/>
                </a:schemeClr>
              </a:solidFill>
              <a:latin typeface="Poppins" panose="00000500000000000000" pitchFamily="2" charset="0"/>
              <a:cs typeface="Poppins" panose="00000500000000000000" pitchFamily="2" charset="0"/>
            </a:endParaRPr>
          </a:p>
        </p:txBody>
      </p:sp>
      <p:sp>
        <p:nvSpPr>
          <p:cNvPr id="3" name="Rectangle 1">
            <a:extLst>
              <a:ext uri="{FF2B5EF4-FFF2-40B4-BE49-F238E27FC236}">
                <a16:creationId xmlns:a16="http://schemas.microsoft.com/office/drawing/2014/main" id="{328BE6B0-ABD8-4C82-981D-7FBC26BDE907}"/>
              </a:ext>
            </a:extLst>
          </p:cNvPr>
          <p:cNvSpPr>
            <a:spLocks noChangeArrowheads="1"/>
          </p:cNvSpPr>
          <p:nvPr/>
        </p:nvSpPr>
        <p:spPr bwMode="auto">
          <a:xfrm>
            <a:off x="917662" y="4059124"/>
            <a:ext cx="8028160" cy="235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hi-IN" sz="1050" dirty="0">
                <a:solidFill>
                  <a:schemeClr val="bg1">
                    <a:lumMod val="50000"/>
                  </a:schemeClr>
                </a:solidFill>
                <a:latin typeface="Poppins" panose="00000500000000000000" pitchFamily="2" charset="0"/>
                <a:cs typeface="Poppins" panose="00000500000000000000" pitchFamily="2" charset="0"/>
              </a:rPr>
              <a:t>इसके मूल में, एक  </a:t>
            </a:r>
            <a:r>
              <a:rPr lang="hi-IN" sz="1050" b="1" dirty="0">
                <a:solidFill>
                  <a:schemeClr val="bg1">
                    <a:lumMod val="50000"/>
                  </a:schemeClr>
                </a:solidFill>
                <a:latin typeface="Poppins" panose="00000500000000000000" pitchFamily="2" charset="0"/>
                <a:cs typeface="Poppins" panose="00000500000000000000" pitchFamily="2" charset="0"/>
              </a:rPr>
              <a:t>कंप्यूटर सिस्टम </a:t>
            </a:r>
            <a:r>
              <a:rPr lang="hi-IN" sz="1050" dirty="0">
                <a:solidFill>
                  <a:schemeClr val="bg1">
                    <a:lumMod val="50000"/>
                  </a:schemeClr>
                </a:solidFill>
                <a:latin typeface="Poppins" panose="00000500000000000000" pitchFamily="2" charset="0"/>
                <a:cs typeface="Poppins" panose="00000500000000000000" pitchFamily="2" charset="0"/>
              </a:rPr>
              <a:t> एक मशीन है जिसे  </a:t>
            </a:r>
            <a:r>
              <a:rPr lang="hi-IN" sz="1050" b="1" dirty="0">
                <a:solidFill>
                  <a:schemeClr val="bg1">
                    <a:lumMod val="50000"/>
                  </a:schemeClr>
                </a:solidFill>
                <a:latin typeface="Poppins" panose="00000500000000000000" pitchFamily="2" charset="0"/>
                <a:cs typeface="Poppins" panose="00000500000000000000" pitchFamily="2" charset="0"/>
              </a:rPr>
              <a:t>इनपुट स्वीकार करने, डेटा संसाधित करने, इसे स्टोर करने और आउटपुट </a:t>
            </a:r>
            <a:r>
              <a:rPr lang="hi-IN" sz="1050" dirty="0">
                <a:solidFill>
                  <a:schemeClr val="bg1">
                    <a:lumMod val="50000"/>
                  </a:schemeClr>
                </a:solidFill>
                <a:latin typeface="Poppins" panose="00000500000000000000" pitchFamily="2" charset="0"/>
                <a:cs typeface="Poppins" panose="00000500000000000000" pitchFamily="2" charset="0"/>
              </a:rPr>
              <a:t> का उत्पादन करने के लिए डिज़ाइन किया गया है।
इस चक्र को </a:t>
            </a:r>
            <a:r>
              <a:rPr lang="en-US" sz="1050" b="1" dirty="0">
                <a:solidFill>
                  <a:schemeClr val="bg1">
                    <a:lumMod val="50000"/>
                  </a:schemeClr>
                </a:solidFill>
                <a:latin typeface="Poppins" panose="00000500000000000000" pitchFamily="2" charset="0"/>
                <a:cs typeface="Poppins" panose="00000500000000000000" pitchFamily="2" charset="0"/>
              </a:rPr>
              <a:t>IPO </a:t>
            </a:r>
            <a:r>
              <a:rPr lang="hi-IN" sz="1050" b="1" dirty="0">
                <a:solidFill>
                  <a:schemeClr val="bg1">
                    <a:lumMod val="50000"/>
                  </a:schemeClr>
                </a:solidFill>
                <a:latin typeface="Poppins" panose="00000500000000000000" pitchFamily="2" charset="0"/>
                <a:cs typeface="Poppins" panose="00000500000000000000" pitchFamily="2" charset="0"/>
              </a:rPr>
              <a:t>चक्र</a:t>
            </a:r>
            <a:r>
              <a:rPr lang="hi-IN" sz="1050" dirty="0">
                <a:solidFill>
                  <a:schemeClr val="bg1">
                    <a:lumMod val="50000"/>
                  </a:schemeClr>
                </a:solidFill>
                <a:latin typeface="Poppins" panose="00000500000000000000" pitchFamily="2" charset="0"/>
                <a:cs typeface="Poppins" panose="00000500000000000000" pitchFamily="2" charset="0"/>
              </a:rPr>
              <a:t> कहा जाता है: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  </a:t>
            </a:r>
            <a:r>
              <a:rPr lang="hi-IN" sz="1050" b="1" dirty="0">
                <a:solidFill>
                  <a:schemeClr val="bg1">
                    <a:lumMod val="50000"/>
                  </a:schemeClr>
                </a:solidFill>
                <a:latin typeface="Poppins" panose="00000500000000000000" pitchFamily="2" charset="0"/>
                <a:cs typeface="Poppins" panose="00000500000000000000" pitchFamily="2" charset="0"/>
              </a:rPr>
              <a:t>इनपुट</a:t>
            </a:r>
            <a:r>
              <a:rPr lang="hi-IN" sz="1050" dirty="0">
                <a:solidFill>
                  <a:schemeClr val="bg1">
                    <a:lumMod val="50000"/>
                  </a:schemeClr>
                </a:solidFill>
                <a:latin typeface="Poppins" panose="00000500000000000000" pitchFamily="2" charset="0"/>
                <a:cs typeface="Poppins" panose="00000500000000000000" pitchFamily="2" charset="0"/>
              </a:rPr>
              <a:t>  सिस्टम में दर्ज डेटा → (कीबोर्ड, माउस, सेंसर)
  </a:t>
            </a:r>
            <a:r>
              <a:rPr lang="hi-IN" sz="1050" b="1" dirty="0">
                <a:solidFill>
                  <a:schemeClr val="bg1">
                    <a:lumMod val="50000"/>
                  </a:schemeClr>
                </a:solidFill>
                <a:latin typeface="Poppins" panose="00000500000000000000" pitchFamily="2" charset="0"/>
                <a:cs typeface="Poppins" panose="00000500000000000000" pitchFamily="2" charset="0"/>
              </a:rPr>
              <a:t>प्रक्रिया</a:t>
            </a:r>
            <a:r>
              <a:rPr lang="hi-IN" sz="1050" dirty="0">
                <a:solidFill>
                  <a:schemeClr val="bg1">
                    <a:lumMod val="50000"/>
                  </a:schemeClr>
                </a:solidFill>
                <a:latin typeface="Poppins" panose="00000500000000000000" pitchFamily="2" charset="0"/>
                <a:cs typeface="Poppins" panose="00000500000000000000" pitchFamily="2" charset="0"/>
              </a:rPr>
              <a:t>  सीपीयू द्वारा की गई → गणना (अंकगणित, तर्क, नियंत्रण)
  </a:t>
            </a:r>
            <a:r>
              <a:rPr lang="hi-IN" sz="1050" b="1" dirty="0">
                <a:solidFill>
                  <a:schemeClr val="bg1">
                    <a:lumMod val="50000"/>
                  </a:schemeClr>
                </a:solidFill>
                <a:latin typeface="Poppins" panose="00000500000000000000" pitchFamily="2" charset="0"/>
                <a:cs typeface="Poppins" panose="00000500000000000000" pitchFamily="2" charset="0"/>
              </a:rPr>
              <a:t>आउटपुट</a:t>
            </a:r>
            <a:r>
              <a:rPr lang="hi-IN" sz="1050" dirty="0">
                <a:solidFill>
                  <a:schemeClr val="bg1">
                    <a:lumMod val="50000"/>
                  </a:schemeClr>
                </a:solidFill>
                <a:latin typeface="Poppins" panose="00000500000000000000" pitchFamily="2" charset="0"/>
                <a:cs typeface="Poppins" panose="00000500000000000000" pitchFamily="2" charset="0"/>
              </a:rPr>
              <a:t>  उपयोगकर्ता को दिखाई गई जानकारी → (मॉनिटर, स्पीकर, प्रिंटर)
  </a:t>
            </a:r>
            <a:r>
              <a:rPr lang="hi-IN" sz="1050" b="1" dirty="0">
                <a:solidFill>
                  <a:schemeClr val="bg1">
                    <a:lumMod val="50000"/>
                  </a:schemeClr>
                </a:solidFill>
                <a:latin typeface="Poppins" panose="00000500000000000000" pitchFamily="2" charset="0"/>
                <a:cs typeface="Poppins" panose="00000500000000000000" pitchFamily="2" charset="0"/>
              </a:rPr>
              <a:t>भंडारण</a:t>
            </a:r>
            <a:r>
              <a:rPr lang="hi-IN" sz="1050" dirty="0">
                <a:solidFill>
                  <a:schemeClr val="bg1">
                    <a:lumMod val="50000"/>
                  </a:schemeClr>
                </a:solidFill>
                <a:latin typeface="Poppins" panose="00000500000000000000" pitchFamily="2" charset="0"/>
                <a:cs typeface="Poppins" panose="00000500000000000000" pitchFamily="2" charset="0"/>
              </a:rPr>
              <a:t>  → बाद के लिए डेटा की बचत (हार्ड डिस्क, एसएसडी, मेमोरी)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एक कंप्यूटर सिस्टम सिर्फ हार्डवेयर नहीं है। हार्डवेयर को यह निर्देश देने के लिए सॉफ़्टवेयर की भी आवश्यकता होती है कि क्या करना है। साथ में वे एक कार्यात्मक इकाई बनाते हैं।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कंप्यूटर सिस्टम की अंतर्निहित अवधारणा यह है कि यह एक इलेक्ट्रॉनिक सिस्टम है जिसे इनपुट लेने के लिए डिज़ाइन किया गया है, इसे निर्देशों के एक सेट के अनुसार संसाधित करता है, आवश्यक होने पर इसे स्टोर करता है, और फिर सार्थक आउटपुट उत्पन्न करता है।</a:t>
            </a:r>
            <a:endParaRPr lang="en-US" sz="105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6856810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randombar(horizontal)">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randombar(horizontal)">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randombar(horizontal)">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randombar(horizontal)">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5">
                                            <p:txEl>
                                              <p:pRg st="8" end="8"/>
                                            </p:txEl>
                                          </p:spTgt>
                                        </p:tgtEl>
                                        <p:attrNameLst>
                                          <p:attrName>style.visibility</p:attrName>
                                        </p:attrNameLst>
                                      </p:cBhvr>
                                      <p:to>
                                        <p:strVal val="visible"/>
                                      </p:to>
                                    </p:set>
                                    <p:animEffect transition="in" filter="randombar(horizontal)">
                                      <p:cBhvr>
                                        <p:cTn id="52" dur="500"/>
                                        <p:tgtEl>
                                          <p:spTgt spid="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5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A406BE41-830A-F1BB-BE48-3BA9F22B0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EC715-1143-B40E-2867-0C1E4A812987}"/>
              </a:ext>
            </a:extLst>
          </p:cNvPr>
          <p:cNvSpPr>
            <a:spLocks noGrp="1"/>
          </p:cNvSpPr>
          <p:nvPr>
            <p:ph type="title"/>
          </p:nvPr>
        </p:nvSpPr>
        <p:spPr>
          <a:xfrm>
            <a:off x="917662" y="0"/>
            <a:ext cx="8982476" cy="994164"/>
          </a:xfrm>
        </p:spPr>
        <p:txBody>
          <a:bodyPr/>
          <a:lstStyle/>
          <a:p>
            <a:r>
              <a:rPr lang="en-US" sz="1400" dirty="0">
                <a:latin typeface="Poppins" panose="00000500000000000000" pitchFamily="2" charset="0"/>
                <a:cs typeface="Poppins" panose="00000500000000000000" pitchFamily="2" charset="0"/>
              </a:rPr>
              <a:t>2. Components of a Computer System</a:t>
            </a:r>
            <a:r>
              <a:rPr lang="en-US" sz="1400" b="0" dirty="0">
                <a:latin typeface="Poppins" panose="00000500000000000000" pitchFamily="2" charset="0"/>
                <a:cs typeface="Poppins" panose="00000500000000000000" pitchFamily="2" charset="0"/>
              </a:rPr>
              <a:t>  </a:t>
            </a:r>
            <a:r>
              <a:rPr lang="en-IN" sz="1400" dirty="0">
                <a:latin typeface="Poppins" panose="00000500000000000000" pitchFamily="2" charset="0"/>
                <a:cs typeface="Poppins" panose="00000500000000000000" pitchFamily="2" charset="0"/>
              </a:rPr>
              <a:t>|  </a:t>
            </a:r>
            <a:r>
              <a:rPr lang="hi-IN" sz="1400" dirty="0">
                <a:solidFill>
                  <a:schemeClr val="bg1">
                    <a:lumMod val="50000"/>
                  </a:schemeClr>
                </a:solidFill>
                <a:latin typeface="Poppins" panose="00000500000000000000" pitchFamily="2" charset="0"/>
                <a:cs typeface="Poppins" panose="00000500000000000000" pitchFamily="2" charset="0"/>
              </a:rPr>
              <a:t>एक कंप्यूटर सिस्टम के घटक</a:t>
            </a:r>
            <a:endParaRPr lang="en-IN" sz="14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C5C71DA4-E677-63B1-978F-13A38B1A15CD}"/>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
        <p:nvSpPr>
          <p:cNvPr id="5" name="Rectangle 1">
            <a:extLst>
              <a:ext uri="{FF2B5EF4-FFF2-40B4-BE49-F238E27FC236}">
                <a16:creationId xmlns:a16="http://schemas.microsoft.com/office/drawing/2014/main" id="{DDAB5507-F5AC-4A7B-705F-D2F5DA3A7F97}"/>
              </a:ext>
            </a:extLst>
          </p:cNvPr>
          <p:cNvSpPr>
            <a:spLocks noChangeArrowheads="1"/>
          </p:cNvSpPr>
          <p:nvPr/>
        </p:nvSpPr>
        <p:spPr bwMode="auto">
          <a:xfrm>
            <a:off x="954004" y="1149194"/>
            <a:ext cx="559319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1050" dirty="0">
                <a:solidFill>
                  <a:schemeClr val="accent6">
                    <a:lumMod val="50000"/>
                  </a:schemeClr>
                </a:solidFill>
                <a:latin typeface="Poppins" panose="00000500000000000000" pitchFamily="2" charset="0"/>
                <a:cs typeface="Poppins" panose="00000500000000000000" pitchFamily="2" charset="0"/>
              </a:rPr>
              <a:t>There are </a:t>
            </a:r>
            <a:r>
              <a:rPr lang="en-IN" sz="1050" b="1" dirty="0">
                <a:solidFill>
                  <a:schemeClr val="accent6">
                    <a:lumMod val="50000"/>
                  </a:schemeClr>
                </a:solidFill>
                <a:latin typeface="Poppins" panose="00000500000000000000" pitchFamily="2" charset="0"/>
                <a:cs typeface="Poppins" panose="00000500000000000000" pitchFamily="2" charset="0"/>
              </a:rPr>
              <a:t>four main building blocks</a:t>
            </a:r>
            <a:r>
              <a:rPr lang="en-IN" sz="1050" dirty="0">
                <a:solidFill>
                  <a:schemeClr val="accent6">
                    <a:lumMod val="50000"/>
                  </a:schemeClr>
                </a:solidFill>
                <a:latin typeface="Poppins" panose="00000500000000000000" pitchFamily="2" charset="0"/>
                <a:cs typeface="Poppins" panose="00000500000000000000" pitchFamily="2" charset="0"/>
              </a:rPr>
              <a:t>:</a:t>
            </a:r>
          </a:p>
          <a:p>
            <a:br>
              <a:rPr lang="en-IN" sz="1050" dirty="0">
                <a:solidFill>
                  <a:schemeClr val="accent6">
                    <a:lumMod val="50000"/>
                  </a:schemeClr>
                </a:solidFill>
                <a:latin typeface="Poppins" panose="00000500000000000000" pitchFamily="2" charset="0"/>
                <a:cs typeface="Poppins" panose="00000500000000000000" pitchFamily="2" charset="0"/>
              </a:rPr>
            </a:br>
            <a:r>
              <a:rPr lang="en-IN" sz="1050" b="1" dirty="0">
                <a:solidFill>
                  <a:schemeClr val="accent6">
                    <a:lumMod val="50000"/>
                  </a:schemeClr>
                </a:solidFill>
                <a:latin typeface="Poppins" panose="00000500000000000000" pitchFamily="2" charset="0"/>
                <a:cs typeface="Poppins" panose="00000500000000000000" pitchFamily="2" charset="0"/>
              </a:rPr>
              <a:t>(a) Hardware (the physical part)</a:t>
            </a:r>
            <a:endParaRPr lang="en-IN" sz="1050" dirty="0">
              <a:solidFill>
                <a:schemeClr val="accent6">
                  <a:lumMod val="50000"/>
                </a:schemeClr>
              </a:solidFill>
              <a:latin typeface="Poppins" panose="00000500000000000000" pitchFamily="2" charset="0"/>
              <a:cs typeface="Poppins" panose="00000500000000000000" pitchFamily="2" charset="0"/>
            </a:endParaRPr>
          </a:p>
          <a:p>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Input devices</a:t>
            </a:r>
            <a:r>
              <a:rPr lang="en-IN" sz="1050" dirty="0">
                <a:solidFill>
                  <a:schemeClr val="accent6">
                    <a:lumMod val="50000"/>
                  </a:schemeClr>
                </a:solidFill>
                <a:latin typeface="Poppins" panose="00000500000000000000" pitchFamily="2" charset="0"/>
                <a:cs typeface="Poppins" panose="00000500000000000000" pitchFamily="2" charset="0"/>
              </a:rPr>
              <a:t> → keyboard, mouse, scanner</a:t>
            </a:r>
          </a:p>
          <a:p>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Output devices</a:t>
            </a:r>
            <a:r>
              <a:rPr lang="en-IN" sz="1050" dirty="0">
                <a:solidFill>
                  <a:schemeClr val="accent6">
                    <a:lumMod val="50000"/>
                  </a:schemeClr>
                </a:solidFill>
                <a:latin typeface="Poppins" panose="00000500000000000000" pitchFamily="2" charset="0"/>
                <a:cs typeface="Poppins" panose="00000500000000000000" pitchFamily="2" charset="0"/>
              </a:rPr>
              <a:t> → monitor, printer, speakers</a:t>
            </a:r>
          </a:p>
          <a:p>
            <a:r>
              <a:rPr lang="en-IN" sz="1050" dirty="0">
                <a:solidFill>
                  <a:schemeClr val="accent6">
                    <a:lumMod val="50000"/>
                  </a:schemeClr>
                </a:solidFill>
                <a:latin typeface="Poppins" panose="00000500000000000000" pitchFamily="2" charset="0"/>
                <a:cs typeface="Poppins" panose="00000500000000000000" pitchFamily="2" charset="0"/>
              </a:rPr>
              <a:t>	 </a:t>
            </a:r>
          </a:p>
          <a:p>
            <a:r>
              <a:rPr lang="en-IN" sz="1050" b="1" dirty="0">
                <a:solidFill>
                  <a:schemeClr val="accent6">
                    <a:lumMod val="50000"/>
                  </a:schemeClr>
                </a:solidFill>
                <a:latin typeface="Poppins" panose="00000500000000000000" pitchFamily="2" charset="0"/>
                <a:cs typeface="Poppins" panose="00000500000000000000" pitchFamily="2" charset="0"/>
              </a:rPr>
              <a:t>	Memory</a:t>
            </a:r>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Primary memory (RAM, Cache)</a:t>
            </a:r>
            <a:r>
              <a:rPr lang="en-IN" sz="1050" dirty="0">
                <a:solidFill>
                  <a:schemeClr val="accent6">
                    <a:lumMod val="50000"/>
                  </a:schemeClr>
                </a:solidFill>
                <a:latin typeface="Poppins" panose="00000500000000000000" pitchFamily="2" charset="0"/>
                <a:cs typeface="Poppins" panose="00000500000000000000" pitchFamily="2" charset="0"/>
              </a:rPr>
              <a:t> → fast, temporary</a:t>
            </a:r>
          </a:p>
          <a:p>
            <a:pPr lvl="1"/>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Secondary memory (HDD, SSD)</a:t>
            </a:r>
            <a:r>
              <a:rPr lang="en-IN" sz="1050" dirty="0">
                <a:solidFill>
                  <a:schemeClr val="accent6">
                    <a:lumMod val="50000"/>
                  </a:schemeClr>
                </a:solidFill>
                <a:latin typeface="Poppins" panose="00000500000000000000" pitchFamily="2" charset="0"/>
                <a:cs typeface="Poppins" panose="00000500000000000000" pitchFamily="2" charset="0"/>
              </a:rPr>
              <a:t> → permanent storage</a:t>
            </a:r>
          </a:p>
          <a:p>
            <a:pPr lvl="1"/>
            <a:endParaRPr lang="en-IN" sz="1050" dirty="0">
              <a:solidFill>
                <a:schemeClr val="accent6">
                  <a:lumMod val="50000"/>
                </a:schemeClr>
              </a:solidFill>
              <a:latin typeface="Poppins" panose="00000500000000000000" pitchFamily="2" charset="0"/>
              <a:cs typeface="Poppins" panose="00000500000000000000" pitchFamily="2" charset="0"/>
            </a:endParaRPr>
          </a:p>
          <a:p>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CPU (Central Processing Unit)</a:t>
            </a:r>
            <a:r>
              <a:rPr lang="en-IN" sz="1050" dirty="0">
                <a:solidFill>
                  <a:schemeClr val="accent6">
                    <a:lumMod val="50000"/>
                  </a:schemeClr>
                </a:solidFill>
                <a:latin typeface="Poppins" panose="00000500000000000000" pitchFamily="2" charset="0"/>
                <a:cs typeface="Poppins" panose="00000500000000000000" pitchFamily="2" charset="0"/>
              </a:rPr>
              <a:t> → the “brain” of the computer, made of:</a:t>
            </a:r>
          </a:p>
          <a:p>
            <a:pPr lvl="1"/>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ALU (Arithmetic Logic Unit)</a:t>
            </a:r>
            <a:r>
              <a:rPr lang="en-IN" sz="1050" dirty="0">
                <a:solidFill>
                  <a:schemeClr val="accent6">
                    <a:lumMod val="50000"/>
                  </a:schemeClr>
                </a:solidFill>
                <a:latin typeface="Poppins" panose="00000500000000000000" pitchFamily="2" charset="0"/>
                <a:cs typeface="Poppins" panose="00000500000000000000" pitchFamily="2" charset="0"/>
              </a:rPr>
              <a:t> → performs calculations &amp; logical decisions</a:t>
            </a:r>
          </a:p>
          <a:p>
            <a:pPr lvl="1"/>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CU (Control Unit)</a:t>
            </a:r>
            <a:r>
              <a:rPr lang="en-IN" sz="1050" dirty="0">
                <a:solidFill>
                  <a:schemeClr val="accent6">
                    <a:lumMod val="50000"/>
                  </a:schemeClr>
                </a:solidFill>
                <a:latin typeface="Poppins" panose="00000500000000000000" pitchFamily="2" charset="0"/>
                <a:cs typeface="Poppins" panose="00000500000000000000" pitchFamily="2" charset="0"/>
              </a:rPr>
              <a:t> → directs the flow of instructions and data</a:t>
            </a:r>
          </a:p>
          <a:p>
            <a:pPr lvl="1"/>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Registers</a:t>
            </a:r>
            <a:r>
              <a:rPr lang="en-IN" sz="1050" dirty="0">
                <a:solidFill>
                  <a:schemeClr val="accent6">
                    <a:lumMod val="50000"/>
                  </a:schemeClr>
                </a:solidFill>
                <a:latin typeface="Poppins" panose="00000500000000000000" pitchFamily="2" charset="0"/>
                <a:cs typeface="Poppins" panose="00000500000000000000" pitchFamily="2" charset="0"/>
              </a:rPr>
              <a:t> → very fast, small storage locations inside CPU</a:t>
            </a:r>
          </a:p>
        </p:txBody>
      </p:sp>
      <p:sp>
        <p:nvSpPr>
          <p:cNvPr id="6" name="Rectangle 1">
            <a:extLst>
              <a:ext uri="{FF2B5EF4-FFF2-40B4-BE49-F238E27FC236}">
                <a16:creationId xmlns:a16="http://schemas.microsoft.com/office/drawing/2014/main" id="{7FDE940B-7983-E80D-0411-02B239F958F1}"/>
              </a:ext>
            </a:extLst>
          </p:cNvPr>
          <p:cNvSpPr>
            <a:spLocks noChangeArrowheads="1"/>
          </p:cNvSpPr>
          <p:nvPr/>
        </p:nvSpPr>
        <p:spPr bwMode="auto">
          <a:xfrm>
            <a:off x="954004" y="3981881"/>
            <a:ext cx="497604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hi-IN" sz="1050" dirty="0">
                <a:solidFill>
                  <a:schemeClr val="bg1">
                    <a:lumMod val="50000"/>
                  </a:schemeClr>
                </a:solidFill>
                <a:latin typeface="Poppins" panose="00000500000000000000" pitchFamily="2" charset="0"/>
                <a:cs typeface="Poppins" panose="00000500000000000000" pitchFamily="2" charset="0"/>
              </a:rPr>
              <a:t>चार मुख्य बिल्डिंग ब्लॉक हैं: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(ए) </a:t>
            </a:r>
            <a:r>
              <a:rPr lang="hi-IN" sz="1050" b="1" dirty="0">
                <a:solidFill>
                  <a:schemeClr val="bg1">
                    <a:lumMod val="50000"/>
                  </a:schemeClr>
                </a:solidFill>
                <a:latin typeface="Poppins" panose="00000500000000000000" pitchFamily="2" charset="0"/>
                <a:cs typeface="Poppins" panose="00000500000000000000" pitchFamily="2" charset="0"/>
              </a:rPr>
              <a:t>हार्डवेयर (भौतिक भाग)</a:t>
            </a:r>
            <a:r>
              <a:rPr lang="hi-IN" sz="1050" dirty="0">
                <a:solidFill>
                  <a:schemeClr val="bg1">
                    <a:lumMod val="50000"/>
                  </a:schemeClr>
                </a:solidFill>
                <a:latin typeface="Poppins" panose="00000500000000000000" pitchFamily="2" charset="0"/>
                <a:cs typeface="Poppins" panose="00000500000000000000" pitchFamily="2" charset="0"/>
              </a:rPr>
              <a:t>
</a:t>
            </a:r>
            <a:br>
              <a:rPr lang="hi-IN" sz="1050" dirty="0">
                <a:solidFill>
                  <a:schemeClr val="bg1">
                    <a:lumMod val="50000"/>
                  </a:schemeClr>
                </a:solidFill>
                <a:latin typeface="Poppins" panose="00000500000000000000" pitchFamily="2" charset="0"/>
                <a:cs typeface="Poppins" panose="00000500000000000000" pitchFamily="2" charset="0"/>
              </a:rPr>
            </a:b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b="1" dirty="0">
                <a:solidFill>
                  <a:schemeClr val="bg1">
                    <a:lumMod val="50000"/>
                  </a:schemeClr>
                </a:solidFill>
                <a:latin typeface="Poppins" panose="00000500000000000000" pitchFamily="2" charset="0"/>
                <a:cs typeface="Poppins" panose="00000500000000000000" pitchFamily="2" charset="0"/>
              </a:rPr>
              <a:t>इनपुट डिवाइस </a:t>
            </a:r>
            <a:r>
              <a:rPr lang="hi-IN" sz="1050" dirty="0">
                <a:solidFill>
                  <a:schemeClr val="bg1">
                    <a:lumMod val="50000"/>
                  </a:schemeClr>
                </a:solidFill>
                <a:latin typeface="Poppins" panose="00000500000000000000" pitchFamily="2" charset="0"/>
                <a:cs typeface="Poppins" panose="00000500000000000000" pitchFamily="2" charset="0"/>
              </a:rPr>
              <a:t>→ कीबोर्ड, माउस, स्कैनर
 	</a:t>
            </a:r>
            <a:r>
              <a:rPr lang="hi-IN" sz="1050" b="1" dirty="0">
                <a:solidFill>
                  <a:schemeClr val="bg1">
                    <a:lumMod val="50000"/>
                  </a:schemeClr>
                </a:solidFill>
                <a:latin typeface="Poppins" panose="00000500000000000000" pitchFamily="2" charset="0"/>
                <a:cs typeface="Poppins" panose="00000500000000000000" pitchFamily="2" charset="0"/>
              </a:rPr>
              <a:t>मॉनिटर, प्रिंटर, स्पीकर </a:t>
            </a:r>
            <a:r>
              <a:rPr lang="hi-IN" sz="1050" dirty="0">
                <a:solidFill>
                  <a:schemeClr val="bg1">
                    <a:lumMod val="50000"/>
                  </a:schemeClr>
                </a:solidFill>
                <a:latin typeface="Poppins" panose="00000500000000000000" pitchFamily="2" charset="0"/>
                <a:cs typeface="Poppins" panose="00000500000000000000" pitchFamily="2" charset="0"/>
              </a:rPr>
              <a:t>→ आउटपुट डिवाइस
</a:t>
            </a: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b="1" dirty="0">
                <a:solidFill>
                  <a:schemeClr val="bg1">
                    <a:lumMod val="50000"/>
                  </a:schemeClr>
                </a:solidFill>
                <a:latin typeface="Poppins" panose="00000500000000000000" pitchFamily="2" charset="0"/>
                <a:cs typeface="Poppins" panose="00000500000000000000" pitchFamily="2" charset="0"/>
              </a:rPr>
              <a:t>याद</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 	 	प्राथमिक मेमोरी (</a:t>
            </a:r>
            <a:r>
              <a:rPr lang="en-IN" sz="1050" dirty="0">
                <a:solidFill>
                  <a:schemeClr val="bg1">
                    <a:lumMod val="50000"/>
                  </a:schemeClr>
                </a:solidFill>
                <a:latin typeface="Poppins" panose="00000500000000000000" pitchFamily="2" charset="0"/>
                <a:cs typeface="Poppins" panose="00000500000000000000" pitchFamily="2" charset="0"/>
              </a:rPr>
              <a:t>RAM, </a:t>
            </a:r>
            <a:r>
              <a:rPr lang="hi-IN" sz="1050" dirty="0">
                <a:solidFill>
                  <a:schemeClr val="bg1">
                    <a:lumMod val="50000"/>
                  </a:schemeClr>
                </a:solidFill>
                <a:latin typeface="Poppins" panose="00000500000000000000" pitchFamily="2" charset="0"/>
                <a:cs typeface="Poppins" panose="00000500000000000000" pitchFamily="2" charset="0"/>
              </a:rPr>
              <a:t>कैश) तेज, अस्थायी →
  	 </a:t>
            </a: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माध्यमिक मेमोरी (</a:t>
            </a:r>
            <a:r>
              <a:rPr lang="en-IN" sz="1050" dirty="0">
                <a:solidFill>
                  <a:schemeClr val="bg1">
                    <a:lumMod val="50000"/>
                  </a:schemeClr>
                </a:solidFill>
                <a:latin typeface="Poppins" panose="00000500000000000000" pitchFamily="2" charset="0"/>
                <a:cs typeface="Poppins" panose="00000500000000000000" pitchFamily="2" charset="0"/>
              </a:rPr>
              <a:t>HDD, SSD) → </a:t>
            </a:r>
            <a:r>
              <a:rPr lang="hi-IN" sz="1050" dirty="0">
                <a:solidFill>
                  <a:schemeClr val="bg1">
                    <a:lumMod val="50000"/>
                  </a:schemeClr>
                </a:solidFill>
                <a:latin typeface="Poppins" panose="00000500000000000000" pitchFamily="2" charset="0"/>
                <a:cs typeface="Poppins" panose="00000500000000000000" pitchFamily="2" charset="0"/>
              </a:rPr>
              <a:t>स्थायी भंडारण</a:t>
            </a:r>
            <a:endParaRPr lang="en-US" sz="1050" dirty="0">
              <a:solidFill>
                <a:schemeClr val="bg1">
                  <a:lumMod val="50000"/>
                </a:schemeClr>
              </a:solidFill>
              <a:latin typeface="Poppins" panose="00000500000000000000" pitchFamily="2" charset="0"/>
              <a:cs typeface="Poppins" panose="00000500000000000000" pitchFamily="2" charset="0"/>
            </a:endParaRPr>
          </a:p>
          <a:p>
            <a:r>
              <a:rPr lang="hi-IN" sz="1050" dirty="0">
                <a:solidFill>
                  <a:schemeClr val="bg1">
                    <a:lumMod val="50000"/>
                  </a:schemeClr>
                </a:solidFill>
                <a:latin typeface="Poppins" panose="00000500000000000000" pitchFamily="2" charset="0"/>
                <a:cs typeface="Poppins" panose="00000500000000000000" pitchFamily="2" charset="0"/>
              </a:rPr>
              <a:t>
 	</a:t>
            </a:r>
            <a:r>
              <a:rPr lang="hi-IN" sz="1050" b="1" dirty="0">
                <a:solidFill>
                  <a:schemeClr val="bg1">
                    <a:lumMod val="50000"/>
                  </a:schemeClr>
                </a:solidFill>
                <a:latin typeface="Poppins" panose="00000500000000000000" pitchFamily="2" charset="0"/>
                <a:cs typeface="Poppins" panose="00000500000000000000" pitchFamily="2" charset="0"/>
              </a:rPr>
              <a:t>सीपीयू (सेंट्रल प्रोसेसिंग यूनिट) </a:t>
            </a:r>
            <a:r>
              <a:rPr lang="hi-IN" sz="1050" dirty="0">
                <a:solidFill>
                  <a:schemeClr val="bg1">
                    <a:lumMod val="50000"/>
                  </a:schemeClr>
                </a:solidFill>
                <a:latin typeface="Poppins" panose="00000500000000000000" pitchFamily="2" charset="0"/>
                <a:cs typeface="Poppins" panose="00000500000000000000" pitchFamily="2" charset="0"/>
              </a:rPr>
              <a:t>कंप्यूटर का "मस्तिष्क" →, जो किससे बना है?
</a:t>
            </a:r>
            <a:br>
              <a:rPr lang="hi-IN" sz="1050" dirty="0">
                <a:solidFill>
                  <a:schemeClr val="bg1">
                    <a:lumMod val="50000"/>
                  </a:schemeClr>
                </a:solidFill>
                <a:latin typeface="Poppins" panose="00000500000000000000" pitchFamily="2" charset="0"/>
                <a:cs typeface="Poppins" panose="00000500000000000000" pitchFamily="2" charset="0"/>
              </a:rPr>
            </a:br>
            <a:r>
              <a:rPr lang="en-US" sz="1050" dirty="0">
                <a:solidFill>
                  <a:schemeClr val="bg1">
                    <a:lumMod val="50000"/>
                  </a:schemeClr>
                </a:solidFill>
                <a:latin typeface="Poppins" panose="00000500000000000000" pitchFamily="2" charset="0"/>
                <a:cs typeface="Poppins" panose="00000500000000000000" pitchFamily="2" charset="0"/>
              </a:rPr>
              <a:t>	</a:t>
            </a:r>
            <a:r>
              <a:rPr lang="en-IN" sz="1050" b="1" dirty="0">
                <a:solidFill>
                  <a:schemeClr val="bg1">
                    <a:lumMod val="50000"/>
                  </a:schemeClr>
                </a:solidFill>
                <a:latin typeface="Poppins" panose="00000500000000000000" pitchFamily="2" charset="0"/>
                <a:cs typeface="Poppins" panose="00000500000000000000" pitchFamily="2" charset="0"/>
              </a:rPr>
              <a:t>ALU </a:t>
            </a:r>
            <a:r>
              <a:rPr lang="en-IN" sz="1050" dirty="0">
                <a:solidFill>
                  <a:schemeClr val="bg1">
                    <a:lumMod val="50000"/>
                  </a:schemeClr>
                </a:solidFill>
                <a:latin typeface="Poppins" panose="00000500000000000000" pitchFamily="2" charset="0"/>
                <a:cs typeface="Poppins" panose="00000500000000000000" pitchFamily="2" charset="0"/>
              </a:rPr>
              <a:t>(</a:t>
            </a:r>
            <a:r>
              <a:rPr lang="hi-IN" sz="1050" dirty="0">
                <a:solidFill>
                  <a:schemeClr val="bg1">
                    <a:lumMod val="50000"/>
                  </a:schemeClr>
                </a:solidFill>
                <a:latin typeface="Poppins" panose="00000500000000000000" pitchFamily="2" charset="0"/>
                <a:cs typeface="Poppins" panose="00000500000000000000" pitchFamily="2" charset="0"/>
              </a:rPr>
              <a:t>अंकगणितीय तर्क इकाई) → गणना और तार्किक निर्णय करता है
   </a:t>
            </a: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b="1" dirty="0">
                <a:solidFill>
                  <a:schemeClr val="bg1">
                    <a:lumMod val="50000"/>
                  </a:schemeClr>
                </a:solidFill>
                <a:latin typeface="Poppins" panose="00000500000000000000" pitchFamily="2" charset="0"/>
                <a:cs typeface="Poppins" panose="00000500000000000000" pitchFamily="2" charset="0"/>
              </a:rPr>
              <a:t>सीयू</a:t>
            </a:r>
            <a:r>
              <a:rPr lang="hi-IN" sz="1050" dirty="0">
                <a:solidFill>
                  <a:schemeClr val="bg1">
                    <a:lumMod val="50000"/>
                  </a:schemeClr>
                </a:solidFill>
                <a:latin typeface="Poppins" panose="00000500000000000000" pitchFamily="2" charset="0"/>
                <a:cs typeface="Poppins" panose="00000500000000000000" pitchFamily="2" charset="0"/>
              </a:rPr>
              <a:t> (कंट्रोल यूनिट) → निर्देशों और डेटा के प्रवाह को निर्देशित करता है
   </a:t>
            </a: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सीपीयू के अंदर बहुत तेज़, छोटे भंडारण स्थानों → </a:t>
            </a:r>
            <a:r>
              <a:rPr lang="hi-IN" sz="1050" b="1" dirty="0">
                <a:solidFill>
                  <a:schemeClr val="bg1">
                    <a:lumMod val="50000"/>
                  </a:schemeClr>
                </a:solidFill>
                <a:latin typeface="Poppins" panose="00000500000000000000" pitchFamily="2" charset="0"/>
                <a:cs typeface="Poppins" panose="00000500000000000000" pitchFamily="2" charset="0"/>
              </a:rPr>
              <a:t>रजिस्टर</a:t>
            </a:r>
            <a:r>
              <a:rPr lang="hi-IN" sz="1050" dirty="0">
                <a:solidFill>
                  <a:schemeClr val="bg1">
                    <a:lumMod val="50000"/>
                  </a:schemeClr>
                </a:solidFill>
                <a:latin typeface="Poppins" panose="00000500000000000000" pitchFamily="2" charset="0"/>
                <a:cs typeface="Poppins" panose="00000500000000000000" pitchFamily="2" charset="0"/>
              </a:rPr>
              <a:t> करता है</a:t>
            </a:r>
            <a:endParaRPr lang="en-IN" sz="105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6362585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5" dur="500"/>
                                        <p:tgtEl>
                                          <p:spTgt spid="5">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8" dur="500"/>
                                        <p:tgtEl>
                                          <p:spTgt spid="5">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1" dur="500"/>
                                        <p:tgtEl>
                                          <p:spTgt spid="5">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4" dur="500"/>
                                        <p:tgtEl>
                                          <p:spTgt spid="5">
                                            <p:txEl>
                                              <p:pRg st="4" end="4"/>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7" dur="500"/>
                                        <p:tgtEl>
                                          <p:spTgt spid="5">
                                            <p:txEl>
                                              <p:pRg st="5" end="5"/>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randombar(horizontal)">
                                      <p:cBhvr>
                                        <p:cTn id="30" dur="500"/>
                                        <p:tgtEl>
                                          <p:spTgt spid="5">
                                            <p:txEl>
                                              <p:pRg st="6" end="6"/>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randombar(horizontal)">
                                      <p:cBhvr>
                                        <p:cTn id="33" dur="500"/>
                                        <p:tgtEl>
                                          <p:spTgt spid="5">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5">
                                            <p:txEl>
                                              <p:pRg st="9" end="9"/>
                                            </p:txEl>
                                          </p:spTgt>
                                        </p:tgtEl>
                                        <p:attrNameLst>
                                          <p:attrName>style.visibility</p:attrName>
                                        </p:attrNameLst>
                                      </p:cBhvr>
                                      <p:to>
                                        <p:strVal val="visible"/>
                                      </p:to>
                                    </p:set>
                                    <p:animEffect transition="in" filter="randombar(horizontal)">
                                      <p:cBhvr>
                                        <p:cTn id="36" dur="500"/>
                                        <p:tgtEl>
                                          <p:spTgt spid="5">
                                            <p:txEl>
                                              <p:pRg st="9" end="9"/>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animEffect transition="in" filter="randombar(horizontal)">
                                      <p:cBhvr>
                                        <p:cTn id="39" dur="500"/>
                                        <p:tgtEl>
                                          <p:spTgt spid="5">
                                            <p:txEl>
                                              <p:pRg st="10" end="10"/>
                                            </p:txEl>
                                          </p:spTgt>
                                        </p:tgtEl>
                                      </p:cBhvr>
                                    </p:animEffect>
                                  </p:childTnLst>
                                </p:cTn>
                              </p:par>
                              <p:par>
                                <p:cTn id="40" presetID="14" presetClass="entr" presetSubtype="10" fill="hold" nodeType="withEffect">
                                  <p:stCondLst>
                                    <p:cond delay="0"/>
                                  </p:stCondLst>
                                  <p:childTnLst>
                                    <p:set>
                                      <p:cBhvr>
                                        <p:cTn id="41" dur="1" fill="hold">
                                          <p:stCondLst>
                                            <p:cond delay="0"/>
                                          </p:stCondLst>
                                        </p:cTn>
                                        <p:tgtEl>
                                          <p:spTgt spid="5">
                                            <p:txEl>
                                              <p:pRg st="11" end="11"/>
                                            </p:txEl>
                                          </p:spTgt>
                                        </p:tgtEl>
                                        <p:attrNameLst>
                                          <p:attrName>style.visibility</p:attrName>
                                        </p:attrNameLst>
                                      </p:cBhvr>
                                      <p:to>
                                        <p:strVal val="visible"/>
                                      </p:to>
                                    </p:set>
                                    <p:animEffect transition="in" filter="randombar(horizontal)">
                                      <p:cBhvr>
                                        <p:cTn id="42" dur="500"/>
                                        <p:tgtEl>
                                          <p:spTgt spid="5">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47" dur="500"/>
                                        <p:tgtEl>
                                          <p:spTgt spid="6">
                                            <p:txEl>
                                              <p:pRg st="0" end="0"/>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6">
                                            <p:txEl>
                                              <p:pRg st="1" end="1"/>
                                            </p:txEl>
                                          </p:spTgt>
                                        </p:tgtEl>
                                        <p:attrNameLst>
                                          <p:attrName>style.visibility</p:attrName>
                                        </p:attrNameLst>
                                      </p:cBhvr>
                                      <p:to>
                                        <p:strVal val="visible"/>
                                      </p:to>
                                    </p:set>
                                    <p:animEffect transition="in" filter="randombar(horizontal)">
                                      <p:cBhvr>
                                        <p:cTn id="5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D55A8266-1AA4-1534-AC5A-1A24BF78B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3FD4C-D096-9A87-584F-E108443E647D}"/>
              </a:ext>
            </a:extLst>
          </p:cNvPr>
          <p:cNvSpPr>
            <a:spLocks noGrp="1"/>
          </p:cNvSpPr>
          <p:nvPr>
            <p:ph type="title"/>
          </p:nvPr>
        </p:nvSpPr>
        <p:spPr>
          <a:xfrm>
            <a:off x="917662" y="0"/>
            <a:ext cx="8982476" cy="994164"/>
          </a:xfrm>
        </p:spPr>
        <p:txBody>
          <a:bodyPr/>
          <a:lstStyle/>
          <a:p>
            <a:r>
              <a:rPr lang="en-US" sz="1400" dirty="0">
                <a:latin typeface="Poppins" panose="00000500000000000000" pitchFamily="2" charset="0"/>
                <a:cs typeface="Poppins" panose="00000500000000000000" pitchFamily="2" charset="0"/>
              </a:rPr>
              <a:t>2. Components of a Computer System</a:t>
            </a:r>
            <a:r>
              <a:rPr lang="en-US" sz="1400" b="0" dirty="0">
                <a:latin typeface="Poppins" panose="00000500000000000000" pitchFamily="2" charset="0"/>
                <a:cs typeface="Poppins" panose="00000500000000000000" pitchFamily="2" charset="0"/>
              </a:rPr>
              <a:t>  </a:t>
            </a:r>
            <a:r>
              <a:rPr lang="en-IN" sz="1400" dirty="0">
                <a:latin typeface="Poppins" panose="00000500000000000000" pitchFamily="2" charset="0"/>
                <a:cs typeface="Poppins" panose="00000500000000000000" pitchFamily="2" charset="0"/>
              </a:rPr>
              <a:t>|  </a:t>
            </a:r>
            <a:r>
              <a:rPr lang="hi-IN" sz="1400" dirty="0">
                <a:solidFill>
                  <a:schemeClr val="bg1">
                    <a:lumMod val="50000"/>
                  </a:schemeClr>
                </a:solidFill>
                <a:latin typeface="Poppins" panose="00000500000000000000" pitchFamily="2" charset="0"/>
                <a:cs typeface="Poppins" panose="00000500000000000000" pitchFamily="2" charset="0"/>
              </a:rPr>
              <a:t>एक कंप्यूटर सिस्टम के घटक</a:t>
            </a:r>
            <a:endParaRPr lang="en-IN" sz="14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A4563F67-C521-8464-C61F-11DC0D28DBC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
        <p:nvSpPr>
          <p:cNvPr id="5" name="Rectangle 1">
            <a:extLst>
              <a:ext uri="{FF2B5EF4-FFF2-40B4-BE49-F238E27FC236}">
                <a16:creationId xmlns:a16="http://schemas.microsoft.com/office/drawing/2014/main" id="{D2187702-7F4F-BFF4-8E79-F1F7892A1AB8}"/>
              </a:ext>
            </a:extLst>
          </p:cNvPr>
          <p:cNvSpPr>
            <a:spLocks noChangeArrowheads="1"/>
          </p:cNvSpPr>
          <p:nvPr/>
        </p:nvSpPr>
        <p:spPr bwMode="auto">
          <a:xfrm>
            <a:off x="954004" y="1304482"/>
            <a:ext cx="5237331" cy="2192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1050" b="1" dirty="0">
                <a:solidFill>
                  <a:schemeClr val="accent6">
                    <a:lumMod val="50000"/>
                  </a:schemeClr>
                </a:solidFill>
                <a:latin typeface="Poppins" panose="00000500000000000000" pitchFamily="2" charset="0"/>
                <a:cs typeface="Poppins" panose="00000500000000000000" pitchFamily="2" charset="0"/>
              </a:rPr>
              <a:t> (b) Software (the logical part)</a:t>
            </a:r>
            <a:endParaRPr lang="en-IN" sz="1050" dirty="0">
              <a:solidFill>
                <a:schemeClr val="accent6">
                  <a:lumMod val="50000"/>
                </a:schemeClr>
              </a:solidFill>
              <a:latin typeface="Poppins" panose="00000500000000000000" pitchFamily="2" charset="0"/>
              <a:cs typeface="Poppins" panose="00000500000000000000" pitchFamily="2" charset="0"/>
            </a:endParaRPr>
          </a:p>
          <a:p>
            <a:pPr lvl="1"/>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System software</a:t>
            </a:r>
            <a:r>
              <a:rPr lang="en-IN" sz="1050" dirty="0">
                <a:solidFill>
                  <a:schemeClr val="accent6">
                    <a:lumMod val="50000"/>
                  </a:schemeClr>
                </a:solidFill>
                <a:latin typeface="Poppins" panose="00000500000000000000" pitchFamily="2" charset="0"/>
                <a:cs typeface="Poppins" panose="00000500000000000000" pitchFamily="2" charset="0"/>
              </a:rPr>
              <a:t> → Operating Systems (Windows, Linux, macOS)</a:t>
            </a:r>
          </a:p>
          <a:p>
            <a:pPr lvl="1"/>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Application software</a:t>
            </a:r>
            <a:r>
              <a:rPr lang="en-IN" sz="1050" dirty="0">
                <a:solidFill>
                  <a:schemeClr val="accent6">
                    <a:lumMod val="50000"/>
                  </a:schemeClr>
                </a:solidFill>
                <a:latin typeface="Poppins" panose="00000500000000000000" pitchFamily="2" charset="0"/>
                <a:cs typeface="Poppins" panose="00000500000000000000" pitchFamily="2" charset="0"/>
              </a:rPr>
              <a:t> → Word processors, browsers, games</a:t>
            </a:r>
          </a:p>
          <a:p>
            <a:pPr lvl="1"/>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Utility software</a:t>
            </a:r>
            <a:r>
              <a:rPr lang="en-IN" sz="1050" dirty="0">
                <a:solidFill>
                  <a:schemeClr val="accent6">
                    <a:lumMod val="50000"/>
                  </a:schemeClr>
                </a:solidFill>
                <a:latin typeface="Poppins" panose="00000500000000000000" pitchFamily="2" charset="0"/>
                <a:cs typeface="Poppins" panose="00000500000000000000" pitchFamily="2" charset="0"/>
              </a:rPr>
              <a:t> → antivirus, file management tools</a:t>
            </a:r>
          </a:p>
          <a:p>
            <a:br>
              <a:rPr lang="en-IN" sz="1050" dirty="0">
                <a:solidFill>
                  <a:schemeClr val="accent6">
                    <a:lumMod val="50000"/>
                  </a:schemeClr>
                </a:solidFill>
                <a:latin typeface="Poppins" panose="00000500000000000000" pitchFamily="2" charset="0"/>
                <a:cs typeface="Poppins" panose="00000500000000000000" pitchFamily="2" charset="0"/>
              </a:rPr>
            </a:br>
            <a:r>
              <a:rPr lang="en-IN" sz="1050" b="1" dirty="0">
                <a:solidFill>
                  <a:schemeClr val="accent6">
                    <a:lumMod val="50000"/>
                  </a:schemeClr>
                </a:solidFill>
                <a:latin typeface="Poppins" panose="00000500000000000000" pitchFamily="2" charset="0"/>
                <a:cs typeface="Poppins" panose="00000500000000000000" pitchFamily="2" charset="0"/>
              </a:rPr>
              <a:t> (c) Firmware</a:t>
            </a:r>
            <a:endParaRPr lang="en-IN" sz="1050" dirty="0">
              <a:solidFill>
                <a:schemeClr val="accent6">
                  <a:lumMod val="50000"/>
                </a:schemeClr>
              </a:solidFill>
              <a:latin typeface="Poppins" panose="00000500000000000000" pitchFamily="2" charset="0"/>
              <a:cs typeface="Poppins" panose="00000500000000000000" pitchFamily="2" charset="0"/>
            </a:endParaRPr>
          </a:p>
          <a:p>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 	Software embedded into hardware (e.g., BIOS, microcontroller code)</a:t>
            </a:r>
          </a:p>
          <a:p>
            <a:br>
              <a:rPr lang="en-IN" sz="1050" dirty="0">
                <a:solidFill>
                  <a:schemeClr val="accent6">
                    <a:lumMod val="50000"/>
                  </a:schemeClr>
                </a:solidFill>
                <a:latin typeface="Poppins" panose="00000500000000000000" pitchFamily="2" charset="0"/>
                <a:cs typeface="Poppins" panose="00000500000000000000" pitchFamily="2" charset="0"/>
              </a:rPr>
            </a:br>
            <a:r>
              <a:rPr lang="en-IN" sz="1050" b="1" dirty="0">
                <a:solidFill>
                  <a:schemeClr val="accent6">
                    <a:lumMod val="50000"/>
                  </a:schemeClr>
                </a:solidFill>
                <a:latin typeface="Poppins" panose="00000500000000000000" pitchFamily="2" charset="0"/>
                <a:cs typeface="Poppins" panose="00000500000000000000" pitchFamily="2" charset="0"/>
              </a:rPr>
              <a:t> (d) </a:t>
            </a:r>
            <a:r>
              <a:rPr lang="en-IN" sz="1050" b="1" dirty="0" err="1">
                <a:solidFill>
                  <a:schemeClr val="accent6">
                    <a:lumMod val="50000"/>
                  </a:schemeClr>
                </a:solidFill>
                <a:latin typeface="Poppins" panose="00000500000000000000" pitchFamily="2" charset="0"/>
                <a:cs typeface="Poppins" panose="00000500000000000000" pitchFamily="2" charset="0"/>
              </a:rPr>
              <a:t>Humanware</a:t>
            </a:r>
            <a:r>
              <a:rPr lang="en-IN" sz="1050" b="1" dirty="0">
                <a:solidFill>
                  <a:schemeClr val="accent6">
                    <a:lumMod val="50000"/>
                  </a:schemeClr>
                </a:solidFill>
                <a:latin typeface="Poppins" panose="00000500000000000000" pitchFamily="2" charset="0"/>
                <a:cs typeface="Poppins" panose="00000500000000000000" pitchFamily="2" charset="0"/>
              </a:rPr>
              <a:t> / Users</a:t>
            </a:r>
            <a:endParaRPr lang="en-IN" sz="1050" dirty="0">
              <a:solidFill>
                <a:schemeClr val="accent6">
                  <a:lumMod val="50000"/>
                </a:schemeClr>
              </a:solidFill>
              <a:latin typeface="Poppins" panose="00000500000000000000" pitchFamily="2" charset="0"/>
              <a:cs typeface="Poppins" panose="00000500000000000000" pitchFamily="2" charset="0"/>
            </a:endParaRPr>
          </a:p>
          <a:p>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 	The person who interacts with the system</a:t>
            </a:r>
          </a:p>
        </p:txBody>
      </p:sp>
      <p:sp>
        <p:nvSpPr>
          <p:cNvPr id="3" name="Rectangle 1">
            <a:extLst>
              <a:ext uri="{FF2B5EF4-FFF2-40B4-BE49-F238E27FC236}">
                <a16:creationId xmlns:a16="http://schemas.microsoft.com/office/drawing/2014/main" id="{28439E74-3774-B9E5-599F-50C50E9E38B4}"/>
              </a:ext>
            </a:extLst>
          </p:cNvPr>
          <p:cNvSpPr>
            <a:spLocks noChangeArrowheads="1"/>
          </p:cNvSpPr>
          <p:nvPr/>
        </p:nvSpPr>
        <p:spPr bwMode="auto">
          <a:xfrm>
            <a:off x="954003" y="3807708"/>
            <a:ext cx="4652236" cy="2192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1050" dirty="0">
                <a:solidFill>
                  <a:schemeClr val="bg1">
                    <a:lumMod val="50000"/>
                  </a:schemeClr>
                </a:solidFill>
                <a:latin typeface="Poppins" panose="00000500000000000000" pitchFamily="2" charset="0"/>
                <a:cs typeface="Poppins" panose="00000500000000000000" pitchFamily="2" charset="0"/>
              </a:rPr>
              <a:t>(b) </a:t>
            </a:r>
            <a:r>
              <a:rPr lang="hi-IN" sz="1050" b="1" dirty="0">
                <a:solidFill>
                  <a:schemeClr val="bg1">
                    <a:lumMod val="50000"/>
                  </a:schemeClr>
                </a:solidFill>
                <a:latin typeface="Poppins" panose="00000500000000000000" pitchFamily="2" charset="0"/>
                <a:cs typeface="Poppins" panose="00000500000000000000" pitchFamily="2" charset="0"/>
              </a:rPr>
              <a:t>सॉफ्टवेयर (तार्किक भाग)
</a:t>
            </a:r>
            <a:br>
              <a:rPr lang="hi-IN" sz="1050" dirty="0">
                <a:solidFill>
                  <a:schemeClr val="bg1">
                    <a:lumMod val="50000"/>
                  </a:schemeClr>
                </a:solidFill>
                <a:latin typeface="Poppins" panose="00000500000000000000" pitchFamily="2" charset="0"/>
                <a:cs typeface="Poppins" panose="00000500000000000000" pitchFamily="2" charset="0"/>
              </a:rPr>
            </a:b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ऑपरेटिंग सिस्टम → सिस्टम सॉफ्टवेयर (विंडोज, लिनक्स, मैकओएस)
</a:t>
            </a: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 वर्ड प्रोसेसर, ब्राउज़र, गेम → एप्लिकेशन सॉफ्टवेयर
 </a:t>
            </a: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एंटीवायरस → उपयोगिता सॉफ्टवेयर, फ़ाइल प्रबंधन उपकरण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a:t>
            </a:r>
            <a:r>
              <a:rPr lang="en-IN" sz="1050" dirty="0">
                <a:solidFill>
                  <a:schemeClr val="bg1">
                    <a:lumMod val="50000"/>
                  </a:schemeClr>
                </a:solidFill>
                <a:latin typeface="Poppins" panose="00000500000000000000" pitchFamily="2" charset="0"/>
                <a:cs typeface="Poppins" panose="00000500000000000000" pitchFamily="2" charset="0"/>
              </a:rPr>
              <a:t>c) </a:t>
            </a:r>
            <a:r>
              <a:rPr lang="hi-IN" sz="1050" b="1" dirty="0">
                <a:solidFill>
                  <a:schemeClr val="bg1">
                    <a:lumMod val="50000"/>
                  </a:schemeClr>
                </a:solidFill>
                <a:latin typeface="Poppins" panose="00000500000000000000" pitchFamily="2" charset="0"/>
                <a:cs typeface="Poppins" panose="00000500000000000000" pitchFamily="2" charset="0"/>
              </a:rPr>
              <a:t>फर्मवेयर</a:t>
            </a:r>
            <a:r>
              <a:rPr lang="hi-IN" sz="1050" dirty="0">
                <a:solidFill>
                  <a:schemeClr val="bg1">
                    <a:lumMod val="50000"/>
                  </a:schemeClr>
                </a:solidFill>
                <a:latin typeface="Poppins" panose="00000500000000000000" pitchFamily="2" charset="0"/>
                <a:cs typeface="Poppins" panose="00000500000000000000" pitchFamily="2" charset="0"/>
              </a:rPr>
              <a:t>
</a:t>
            </a:r>
            <a:br>
              <a:rPr lang="hi-IN" sz="1050" dirty="0">
                <a:solidFill>
                  <a:schemeClr val="bg1">
                    <a:lumMod val="50000"/>
                  </a:schemeClr>
                </a:solidFill>
                <a:latin typeface="Poppins" panose="00000500000000000000" pitchFamily="2" charset="0"/>
                <a:cs typeface="Poppins" panose="00000500000000000000" pitchFamily="2" charset="0"/>
              </a:rPr>
            </a:b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हार्डवेयर में एम्बेडेड सॉफ़्टवेयर (जैसे, </a:t>
            </a:r>
            <a:r>
              <a:rPr lang="en-IN" sz="1050" dirty="0">
                <a:solidFill>
                  <a:schemeClr val="bg1">
                    <a:lumMod val="50000"/>
                  </a:schemeClr>
                </a:solidFill>
                <a:latin typeface="Poppins" panose="00000500000000000000" pitchFamily="2" charset="0"/>
                <a:cs typeface="Poppins" panose="00000500000000000000" pitchFamily="2" charset="0"/>
              </a:rPr>
              <a:t>BIOS, </a:t>
            </a:r>
            <a:r>
              <a:rPr lang="hi-IN" sz="1050" dirty="0">
                <a:solidFill>
                  <a:schemeClr val="bg1">
                    <a:lumMod val="50000"/>
                  </a:schemeClr>
                </a:solidFill>
                <a:latin typeface="Poppins" panose="00000500000000000000" pitchFamily="2" charset="0"/>
                <a:cs typeface="Poppins" panose="00000500000000000000" pitchFamily="2" charset="0"/>
              </a:rPr>
              <a:t>माइक्रोकंट्रोलर कोड)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a:t>
            </a:r>
            <a:r>
              <a:rPr lang="en-IN" sz="1050" dirty="0">
                <a:solidFill>
                  <a:schemeClr val="bg1">
                    <a:lumMod val="50000"/>
                  </a:schemeClr>
                </a:solidFill>
                <a:latin typeface="Poppins" panose="00000500000000000000" pitchFamily="2" charset="0"/>
                <a:cs typeface="Poppins" panose="00000500000000000000" pitchFamily="2" charset="0"/>
              </a:rPr>
              <a:t>d) </a:t>
            </a:r>
            <a:r>
              <a:rPr lang="hi-IN" sz="1050" b="1" dirty="0">
                <a:solidFill>
                  <a:schemeClr val="bg1">
                    <a:lumMod val="50000"/>
                  </a:schemeClr>
                </a:solidFill>
                <a:latin typeface="Poppins" panose="00000500000000000000" pitchFamily="2" charset="0"/>
                <a:cs typeface="Poppins" panose="00000500000000000000" pitchFamily="2" charset="0"/>
              </a:rPr>
              <a:t>ह्यूमनवेयर/उपयोगकर्ता
</a:t>
            </a:r>
            <a:br>
              <a:rPr lang="hi-IN" sz="1050" b="1" dirty="0">
                <a:solidFill>
                  <a:schemeClr val="bg1">
                    <a:lumMod val="50000"/>
                  </a:schemeClr>
                </a:solidFill>
                <a:latin typeface="Poppins" panose="00000500000000000000" pitchFamily="2" charset="0"/>
                <a:cs typeface="Poppins" panose="00000500000000000000" pitchFamily="2" charset="0"/>
              </a:rPr>
            </a:b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वह व्यक्ति जो सिस्टम के साथ इंटरैक्ट करता है</a:t>
            </a:r>
            <a:endParaRPr lang="en-IN" sz="105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5884953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randombar(horizontal)">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randombar(horizontal)">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randombar(horizontal)">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randombar(horizontal)">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5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96F5A9B1-54CF-3A77-0973-A56A94688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F6576-2783-028A-5221-3094B2367BB4}"/>
              </a:ext>
            </a:extLst>
          </p:cNvPr>
          <p:cNvSpPr>
            <a:spLocks noGrp="1"/>
          </p:cNvSpPr>
          <p:nvPr>
            <p:ph type="title"/>
          </p:nvPr>
        </p:nvSpPr>
        <p:spPr>
          <a:xfrm>
            <a:off x="917662" y="0"/>
            <a:ext cx="8982476" cy="994164"/>
          </a:xfrm>
        </p:spPr>
        <p:txBody>
          <a:bodyPr/>
          <a:lstStyle/>
          <a:p>
            <a:r>
              <a:rPr lang="en-US" sz="1400" dirty="0">
                <a:latin typeface="Poppins" panose="00000500000000000000" pitchFamily="2" charset="0"/>
                <a:cs typeface="Poppins" panose="00000500000000000000" pitchFamily="2" charset="0"/>
              </a:rPr>
              <a:t>3. Functional Concept (How the system works)  </a:t>
            </a:r>
            <a:r>
              <a:rPr lang="en-IN" sz="1400" dirty="0">
                <a:latin typeface="Poppins" panose="00000500000000000000" pitchFamily="2" charset="0"/>
                <a:cs typeface="Poppins" panose="00000500000000000000" pitchFamily="2" charset="0"/>
              </a:rPr>
              <a:t>|  </a:t>
            </a:r>
            <a:r>
              <a:rPr lang="hi-IN" sz="1400" dirty="0">
                <a:solidFill>
                  <a:schemeClr val="bg1">
                    <a:lumMod val="50000"/>
                  </a:schemeClr>
                </a:solidFill>
                <a:latin typeface="Poppins" panose="00000500000000000000" pitchFamily="2" charset="0"/>
                <a:cs typeface="Poppins" panose="00000500000000000000" pitchFamily="2" charset="0"/>
              </a:rPr>
              <a:t>कार्यात्मक अवधारणा (सिस्टम कैसे काम करता है)</a:t>
            </a:r>
            <a:endParaRPr lang="en-IN" sz="14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9F493CEE-AB3D-22B9-0F01-7769181F815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
        <p:nvSpPr>
          <p:cNvPr id="5" name="Rectangle 1">
            <a:extLst>
              <a:ext uri="{FF2B5EF4-FFF2-40B4-BE49-F238E27FC236}">
                <a16:creationId xmlns:a16="http://schemas.microsoft.com/office/drawing/2014/main" id="{EED9A2DC-EC10-5F6C-235F-97E817AB9DF7}"/>
              </a:ext>
            </a:extLst>
          </p:cNvPr>
          <p:cNvSpPr>
            <a:spLocks noChangeArrowheads="1"/>
          </p:cNvSpPr>
          <p:nvPr/>
        </p:nvSpPr>
        <p:spPr bwMode="auto">
          <a:xfrm>
            <a:off x="954004" y="1304482"/>
            <a:ext cx="6497291" cy="2192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050" dirty="0">
                <a:solidFill>
                  <a:schemeClr val="accent6">
                    <a:lumMod val="50000"/>
                  </a:schemeClr>
                </a:solidFill>
                <a:latin typeface="Poppins" panose="00000500000000000000" pitchFamily="2" charset="0"/>
                <a:cs typeface="Poppins" panose="00000500000000000000" pitchFamily="2" charset="0"/>
              </a:rPr>
              <a:t>The </a:t>
            </a:r>
            <a:r>
              <a:rPr lang="en-US" sz="1050" b="1" dirty="0">
                <a:solidFill>
                  <a:schemeClr val="accent6">
                    <a:lumMod val="50000"/>
                  </a:schemeClr>
                </a:solidFill>
                <a:latin typeface="Poppins" panose="00000500000000000000" pitchFamily="2" charset="0"/>
                <a:cs typeface="Poppins" panose="00000500000000000000" pitchFamily="2" charset="0"/>
              </a:rPr>
              <a:t>Von Neumann Architecture</a:t>
            </a:r>
            <a:r>
              <a:rPr lang="en-US" sz="1050" dirty="0">
                <a:solidFill>
                  <a:schemeClr val="accent6">
                    <a:lumMod val="50000"/>
                  </a:schemeClr>
                </a:solidFill>
                <a:latin typeface="Poppins" panose="00000500000000000000" pitchFamily="2" charset="0"/>
                <a:cs typeface="Poppins" panose="00000500000000000000" pitchFamily="2" charset="0"/>
              </a:rPr>
              <a:t> is the underlying model of modern computers.</a:t>
            </a:r>
          </a:p>
          <a:p>
            <a:r>
              <a:rPr lang="en-US" sz="1050" dirty="0">
                <a:solidFill>
                  <a:schemeClr val="accent6">
                    <a:lumMod val="50000"/>
                  </a:schemeClr>
                </a:solidFill>
                <a:latin typeface="Poppins" panose="00000500000000000000" pitchFamily="2" charset="0"/>
                <a:cs typeface="Poppins" panose="00000500000000000000" pitchFamily="2" charset="0"/>
              </a:rPr>
              <a:t>It states:</a:t>
            </a:r>
          </a:p>
          <a:p>
            <a:pPr lvl="1"/>
            <a:br>
              <a:rPr lang="en-US" sz="1050" dirty="0">
                <a:solidFill>
                  <a:schemeClr val="accent6">
                    <a:lumMod val="50000"/>
                  </a:schemeClr>
                </a:solidFill>
                <a:latin typeface="Poppins" panose="00000500000000000000" pitchFamily="2" charset="0"/>
                <a:cs typeface="Poppins" panose="00000500000000000000" pitchFamily="2" charset="0"/>
              </a:rPr>
            </a:br>
            <a:r>
              <a:rPr lang="en-US" sz="1050" dirty="0">
                <a:solidFill>
                  <a:schemeClr val="accent6">
                    <a:lumMod val="50000"/>
                  </a:schemeClr>
                </a:solidFill>
                <a:latin typeface="Poppins" panose="00000500000000000000" pitchFamily="2" charset="0"/>
                <a:cs typeface="Poppins" panose="00000500000000000000" pitchFamily="2" charset="0"/>
              </a:rPr>
              <a:t>1. Instructions and data are stored in the same memory.</a:t>
            </a:r>
          </a:p>
          <a:p>
            <a:pPr lvl="1"/>
            <a:r>
              <a:rPr lang="en-US" sz="1050" dirty="0">
                <a:solidFill>
                  <a:schemeClr val="accent6">
                    <a:lumMod val="50000"/>
                  </a:schemeClr>
                </a:solidFill>
                <a:latin typeface="Poppins" panose="00000500000000000000" pitchFamily="2" charset="0"/>
                <a:cs typeface="Poppins" panose="00000500000000000000" pitchFamily="2" charset="0"/>
              </a:rPr>
              <a:t>2. The CPU executes instructions sequentially (Fetch → Decode → Execute cycle).</a:t>
            </a:r>
          </a:p>
          <a:p>
            <a:pPr lvl="1"/>
            <a:r>
              <a:rPr lang="en-US" sz="1050" dirty="0">
                <a:solidFill>
                  <a:schemeClr val="accent6">
                    <a:lumMod val="50000"/>
                  </a:schemeClr>
                </a:solidFill>
                <a:latin typeface="Poppins" panose="00000500000000000000" pitchFamily="2" charset="0"/>
                <a:cs typeface="Poppins" panose="00000500000000000000" pitchFamily="2" charset="0"/>
              </a:rPr>
              <a:t>3. The system uses a central bus to move data between CPU, memory, and I/O devices.</a:t>
            </a:r>
          </a:p>
          <a:p>
            <a:br>
              <a:rPr lang="en-US" sz="1050" dirty="0">
                <a:solidFill>
                  <a:schemeClr val="accent6">
                    <a:lumMod val="50000"/>
                  </a:schemeClr>
                </a:solidFill>
                <a:latin typeface="Poppins" panose="00000500000000000000" pitchFamily="2" charset="0"/>
                <a:cs typeface="Poppins" panose="00000500000000000000" pitchFamily="2" charset="0"/>
              </a:rPr>
            </a:br>
            <a:r>
              <a:rPr lang="en-US" sz="1050" b="1" dirty="0">
                <a:solidFill>
                  <a:schemeClr val="accent6">
                    <a:lumMod val="50000"/>
                  </a:schemeClr>
                </a:solidFill>
                <a:latin typeface="Poppins" panose="00000500000000000000" pitchFamily="2" charset="0"/>
                <a:cs typeface="Poppins" panose="00000500000000000000" pitchFamily="2" charset="0"/>
              </a:rPr>
              <a:t>Steps in the cycle:</a:t>
            </a:r>
            <a:endParaRPr lang="en-US" sz="1050" dirty="0">
              <a:solidFill>
                <a:schemeClr val="accent6">
                  <a:lumMod val="50000"/>
                </a:schemeClr>
              </a:solidFill>
              <a:latin typeface="Poppins" panose="00000500000000000000" pitchFamily="2" charset="0"/>
              <a:cs typeface="Poppins" panose="00000500000000000000" pitchFamily="2" charset="0"/>
            </a:endParaRPr>
          </a:p>
          <a:p>
            <a:br>
              <a:rPr lang="en-US" sz="1050" dirty="0">
                <a:solidFill>
                  <a:schemeClr val="accent6">
                    <a:lumMod val="50000"/>
                  </a:schemeClr>
                </a:solidFill>
                <a:latin typeface="Poppins" panose="00000500000000000000" pitchFamily="2" charset="0"/>
                <a:cs typeface="Poppins" panose="00000500000000000000" pitchFamily="2" charset="0"/>
              </a:rPr>
            </a:br>
            <a:r>
              <a:rPr lang="en-US" sz="1050" dirty="0">
                <a:solidFill>
                  <a:schemeClr val="accent6">
                    <a:lumMod val="50000"/>
                  </a:schemeClr>
                </a:solidFill>
                <a:latin typeface="Poppins" panose="00000500000000000000" pitchFamily="2" charset="0"/>
                <a:cs typeface="Poppins" panose="00000500000000000000" pitchFamily="2" charset="0"/>
              </a:rPr>
              <a:t>1. </a:t>
            </a:r>
            <a:r>
              <a:rPr lang="en-US" sz="1050" b="1" dirty="0">
                <a:solidFill>
                  <a:schemeClr val="accent6">
                    <a:lumMod val="50000"/>
                  </a:schemeClr>
                </a:solidFill>
                <a:latin typeface="Poppins" panose="00000500000000000000" pitchFamily="2" charset="0"/>
                <a:cs typeface="Poppins" panose="00000500000000000000" pitchFamily="2" charset="0"/>
              </a:rPr>
              <a:t>Fetch</a:t>
            </a:r>
            <a:r>
              <a:rPr lang="en-US" sz="1050" dirty="0">
                <a:solidFill>
                  <a:schemeClr val="accent6">
                    <a:lumMod val="50000"/>
                  </a:schemeClr>
                </a:solidFill>
                <a:latin typeface="Poppins" panose="00000500000000000000" pitchFamily="2" charset="0"/>
                <a:cs typeface="Poppins" panose="00000500000000000000" pitchFamily="2" charset="0"/>
              </a:rPr>
              <a:t> → Control Unit takes the next instruction from memory</a:t>
            </a:r>
          </a:p>
          <a:p>
            <a:r>
              <a:rPr lang="en-US" sz="1050" dirty="0">
                <a:solidFill>
                  <a:schemeClr val="accent6">
                    <a:lumMod val="50000"/>
                  </a:schemeClr>
                </a:solidFill>
                <a:latin typeface="Poppins" panose="00000500000000000000" pitchFamily="2" charset="0"/>
                <a:cs typeface="Poppins" panose="00000500000000000000" pitchFamily="2" charset="0"/>
              </a:rPr>
              <a:t>2. </a:t>
            </a:r>
            <a:r>
              <a:rPr lang="en-US" sz="1050" b="1" dirty="0">
                <a:solidFill>
                  <a:schemeClr val="accent6">
                    <a:lumMod val="50000"/>
                  </a:schemeClr>
                </a:solidFill>
                <a:latin typeface="Poppins" panose="00000500000000000000" pitchFamily="2" charset="0"/>
                <a:cs typeface="Poppins" panose="00000500000000000000" pitchFamily="2" charset="0"/>
              </a:rPr>
              <a:t>Decode</a:t>
            </a:r>
            <a:r>
              <a:rPr lang="en-US" sz="1050" dirty="0">
                <a:solidFill>
                  <a:schemeClr val="accent6">
                    <a:lumMod val="50000"/>
                  </a:schemeClr>
                </a:solidFill>
                <a:latin typeface="Poppins" panose="00000500000000000000" pitchFamily="2" charset="0"/>
                <a:cs typeface="Poppins" panose="00000500000000000000" pitchFamily="2" charset="0"/>
              </a:rPr>
              <a:t> → Instruction is interpreted (what operation to do)</a:t>
            </a:r>
          </a:p>
          <a:p>
            <a:r>
              <a:rPr lang="en-US" sz="1050" dirty="0">
                <a:solidFill>
                  <a:schemeClr val="accent6">
                    <a:lumMod val="50000"/>
                  </a:schemeClr>
                </a:solidFill>
                <a:latin typeface="Poppins" panose="00000500000000000000" pitchFamily="2" charset="0"/>
                <a:cs typeface="Poppins" panose="00000500000000000000" pitchFamily="2" charset="0"/>
              </a:rPr>
              <a:t>3. </a:t>
            </a:r>
            <a:r>
              <a:rPr lang="en-US" sz="1050" b="1" dirty="0">
                <a:solidFill>
                  <a:schemeClr val="accent6">
                    <a:lumMod val="50000"/>
                  </a:schemeClr>
                </a:solidFill>
                <a:latin typeface="Poppins" panose="00000500000000000000" pitchFamily="2" charset="0"/>
                <a:cs typeface="Poppins" panose="00000500000000000000" pitchFamily="2" charset="0"/>
              </a:rPr>
              <a:t>Execute</a:t>
            </a:r>
            <a:r>
              <a:rPr lang="en-US" sz="1050" dirty="0">
                <a:solidFill>
                  <a:schemeClr val="accent6">
                    <a:lumMod val="50000"/>
                  </a:schemeClr>
                </a:solidFill>
                <a:latin typeface="Poppins" panose="00000500000000000000" pitchFamily="2" charset="0"/>
                <a:cs typeface="Poppins" panose="00000500000000000000" pitchFamily="2" charset="0"/>
              </a:rPr>
              <a:t> → ALU or other hardware performs the operation</a:t>
            </a:r>
          </a:p>
          <a:p>
            <a:r>
              <a:rPr lang="en-US" sz="1050" dirty="0">
                <a:solidFill>
                  <a:schemeClr val="accent6">
                    <a:lumMod val="50000"/>
                  </a:schemeClr>
                </a:solidFill>
                <a:latin typeface="Poppins" panose="00000500000000000000" pitchFamily="2" charset="0"/>
                <a:cs typeface="Poppins" panose="00000500000000000000" pitchFamily="2" charset="0"/>
              </a:rPr>
              <a:t>4. </a:t>
            </a:r>
            <a:r>
              <a:rPr lang="en-US" sz="1050" b="1" dirty="0">
                <a:solidFill>
                  <a:schemeClr val="accent6">
                    <a:lumMod val="50000"/>
                  </a:schemeClr>
                </a:solidFill>
                <a:latin typeface="Poppins" panose="00000500000000000000" pitchFamily="2" charset="0"/>
                <a:cs typeface="Poppins" panose="00000500000000000000" pitchFamily="2" charset="0"/>
              </a:rPr>
              <a:t>Store</a:t>
            </a:r>
            <a:r>
              <a:rPr lang="en-US" sz="1050" dirty="0">
                <a:solidFill>
                  <a:schemeClr val="accent6">
                    <a:lumMod val="50000"/>
                  </a:schemeClr>
                </a:solidFill>
                <a:latin typeface="Poppins" panose="00000500000000000000" pitchFamily="2" charset="0"/>
                <a:cs typeface="Poppins" panose="00000500000000000000" pitchFamily="2" charset="0"/>
              </a:rPr>
              <a:t> → Result is written back to memory or register</a:t>
            </a:r>
          </a:p>
        </p:txBody>
      </p:sp>
      <p:sp>
        <p:nvSpPr>
          <p:cNvPr id="4" name="Rectangle 1">
            <a:extLst>
              <a:ext uri="{FF2B5EF4-FFF2-40B4-BE49-F238E27FC236}">
                <a16:creationId xmlns:a16="http://schemas.microsoft.com/office/drawing/2014/main" id="{CE8A27F1-E2C4-4DE8-507A-804183BAE9CC}"/>
              </a:ext>
            </a:extLst>
          </p:cNvPr>
          <p:cNvSpPr>
            <a:spLocks noChangeArrowheads="1"/>
          </p:cNvSpPr>
          <p:nvPr/>
        </p:nvSpPr>
        <p:spPr bwMode="auto">
          <a:xfrm>
            <a:off x="954004" y="3750000"/>
            <a:ext cx="744787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hi-IN" sz="1050" b="1" dirty="0">
                <a:solidFill>
                  <a:schemeClr val="bg1">
                    <a:lumMod val="50000"/>
                  </a:schemeClr>
                </a:solidFill>
                <a:latin typeface="Poppins" panose="00000500000000000000" pitchFamily="2" charset="0"/>
                <a:cs typeface="Poppins" panose="00000500000000000000" pitchFamily="2" charset="0"/>
              </a:rPr>
              <a:t>वॉन न्यूमैन आर्किटेक्चर </a:t>
            </a:r>
            <a:r>
              <a:rPr lang="hi-IN" sz="1050" dirty="0">
                <a:solidFill>
                  <a:schemeClr val="bg1">
                    <a:lumMod val="50000"/>
                  </a:schemeClr>
                </a:solidFill>
                <a:latin typeface="Poppins" panose="00000500000000000000" pitchFamily="2" charset="0"/>
                <a:cs typeface="Poppins" panose="00000500000000000000" pitchFamily="2" charset="0"/>
              </a:rPr>
              <a:t>आधुनिक कंप्यूटरों का अंतर्निहित मॉडल है।
इसमें कहा गया है:
</a:t>
            </a:r>
            <a:br>
              <a:rPr lang="hi-IN" sz="1050" dirty="0">
                <a:solidFill>
                  <a:schemeClr val="bg1">
                    <a:lumMod val="50000"/>
                  </a:schemeClr>
                </a:solidFill>
                <a:latin typeface="Poppins" panose="00000500000000000000" pitchFamily="2" charset="0"/>
                <a:cs typeface="Poppins" panose="00000500000000000000" pitchFamily="2" charset="0"/>
              </a:rPr>
            </a:b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1. निर्देश और डेटा एक ही मेमोरी में संग्रहीत किए जाते हैं।
</a:t>
            </a: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2. सीपीयू क्रमिक रूप से निर्देशों को निष्पादित करता है (फेच → डिकोड → निष्पादित चक्र)।
</a:t>
            </a:r>
            <a:r>
              <a:rPr lang="en-US"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3. सिस्टम </a:t>
            </a:r>
            <a:r>
              <a:rPr lang="en-US" sz="1050" dirty="0">
                <a:solidFill>
                  <a:schemeClr val="bg1">
                    <a:lumMod val="50000"/>
                  </a:schemeClr>
                </a:solidFill>
                <a:latin typeface="Poppins" panose="00000500000000000000" pitchFamily="2" charset="0"/>
                <a:cs typeface="Poppins" panose="00000500000000000000" pitchFamily="2" charset="0"/>
              </a:rPr>
              <a:t>CPU, </a:t>
            </a:r>
            <a:r>
              <a:rPr lang="hi-IN" sz="1050" dirty="0">
                <a:solidFill>
                  <a:schemeClr val="bg1">
                    <a:lumMod val="50000"/>
                  </a:schemeClr>
                </a:solidFill>
                <a:latin typeface="Poppins" panose="00000500000000000000" pitchFamily="2" charset="0"/>
                <a:cs typeface="Poppins" panose="00000500000000000000" pitchFamily="2" charset="0"/>
              </a:rPr>
              <a:t>मेमोरी और </a:t>
            </a:r>
            <a:r>
              <a:rPr lang="en-US" sz="1050" dirty="0">
                <a:solidFill>
                  <a:schemeClr val="bg1">
                    <a:lumMod val="50000"/>
                  </a:schemeClr>
                </a:solidFill>
                <a:latin typeface="Poppins" panose="00000500000000000000" pitchFamily="2" charset="0"/>
                <a:cs typeface="Poppins" panose="00000500000000000000" pitchFamily="2" charset="0"/>
              </a:rPr>
              <a:t>I/O </a:t>
            </a:r>
            <a:r>
              <a:rPr lang="hi-IN" sz="1050" dirty="0">
                <a:solidFill>
                  <a:schemeClr val="bg1">
                    <a:lumMod val="50000"/>
                  </a:schemeClr>
                </a:solidFill>
                <a:latin typeface="Poppins" panose="00000500000000000000" pitchFamily="2" charset="0"/>
                <a:cs typeface="Poppins" panose="00000500000000000000" pitchFamily="2" charset="0"/>
              </a:rPr>
              <a:t>उपकरणों के बीच डेटा को स्थानांतरित करने के लिए एक केंद्रीय बस का उपयोग करता है।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b="1" dirty="0">
                <a:solidFill>
                  <a:schemeClr val="bg1">
                    <a:lumMod val="50000"/>
                  </a:schemeClr>
                </a:solidFill>
                <a:latin typeface="Poppins" panose="00000500000000000000" pitchFamily="2" charset="0"/>
                <a:cs typeface="Poppins" panose="00000500000000000000" pitchFamily="2" charset="0"/>
              </a:rPr>
              <a:t>चक्र में कदम:</a:t>
            </a:r>
            <a:r>
              <a:rPr lang="hi-IN" sz="1050" dirty="0">
                <a:solidFill>
                  <a:schemeClr val="bg1">
                    <a:lumMod val="50000"/>
                  </a:schemeClr>
                </a:solidFill>
                <a:latin typeface="Poppins" panose="00000500000000000000" pitchFamily="2" charset="0"/>
                <a:cs typeface="Poppins" panose="00000500000000000000" pitchFamily="2" charset="0"/>
              </a:rPr>
              <a:t>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1. </a:t>
            </a:r>
            <a:r>
              <a:rPr lang="hi-IN" sz="1050" b="1" dirty="0">
                <a:solidFill>
                  <a:schemeClr val="bg1">
                    <a:lumMod val="50000"/>
                  </a:schemeClr>
                </a:solidFill>
                <a:latin typeface="Poppins" panose="00000500000000000000" pitchFamily="2" charset="0"/>
                <a:cs typeface="Poppins" panose="00000500000000000000" pitchFamily="2" charset="0"/>
              </a:rPr>
              <a:t>लाओ</a:t>
            </a:r>
            <a:r>
              <a:rPr lang="en-US" dirty="0"/>
              <a:t> </a:t>
            </a:r>
            <a:r>
              <a:rPr lang="hi-IN" sz="1050" dirty="0">
                <a:solidFill>
                  <a:schemeClr val="bg1">
                    <a:lumMod val="50000"/>
                  </a:schemeClr>
                </a:solidFill>
                <a:latin typeface="Poppins" panose="00000500000000000000" pitchFamily="2" charset="0"/>
                <a:cs typeface="Poppins" panose="00000500000000000000" pitchFamily="2" charset="0"/>
              </a:rPr>
              <a:t>→ कंट्रोल यूनिट प्राप्त करें स्मृति से अगला निर्देश लेता है
2. </a:t>
            </a:r>
            <a:r>
              <a:rPr lang="hi-IN" sz="1050" b="1" dirty="0">
                <a:solidFill>
                  <a:schemeClr val="bg1">
                    <a:lumMod val="50000"/>
                  </a:schemeClr>
                </a:solidFill>
                <a:latin typeface="Poppins" panose="00000500000000000000" pitchFamily="2" charset="0"/>
                <a:cs typeface="Poppins" panose="00000500000000000000" pitchFamily="2" charset="0"/>
              </a:rPr>
              <a:t>डिकोड</a:t>
            </a:r>
            <a:r>
              <a:rPr lang="hi-IN" sz="1050" dirty="0">
                <a:solidFill>
                  <a:schemeClr val="bg1">
                    <a:lumMod val="50000"/>
                  </a:schemeClr>
                </a:solidFill>
                <a:latin typeface="Poppins" panose="00000500000000000000" pitchFamily="2" charset="0"/>
                <a:cs typeface="Poppins" panose="00000500000000000000" pitchFamily="2" charset="0"/>
              </a:rPr>
              <a:t> → निर्देश की व्याख्या की जाती है (क्या ऑपरेशन करना है)
3</a:t>
            </a:r>
            <a:r>
              <a:rPr lang="hi-IN" sz="1050" b="1" dirty="0">
                <a:solidFill>
                  <a:schemeClr val="bg1">
                    <a:lumMod val="50000"/>
                  </a:schemeClr>
                </a:solidFill>
                <a:latin typeface="Poppins" panose="00000500000000000000" pitchFamily="2" charset="0"/>
                <a:cs typeface="Poppins" panose="00000500000000000000" pitchFamily="2" charset="0"/>
              </a:rPr>
              <a:t>. निष्पादित करें </a:t>
            </a:r>
            <a:r>
              <a:rPr lang="hi-IN" sz="1050" dirty="0">
                <a:solidFill>
                  <a:schemeClr val="bg1">
                    <a:lumMod val="50000"/>
                  </a:schemeClr>
                </a:solidFill>
                <a:latin typeface="Poppins" panose="00000500000000000000" pitchFamily="2" charset="0"/>
                <a:cs typeface="Poppins" panose="00000500000000000000" pitchFamily="2" charset="0"/>
              </a:rPr>
              <a:t>→ </a:t>
            </a:r>
            <a:r>
              <a:rPr lang="en-US" sz="1050" dirty="0">
                <a:solidFill>
                  <a:schemeClr val="bg1">
                    <a:lumMod val="50000"/>
                  </a:schemeClr>
                </a:solidFill>
                <a:latin typeface="Poppins" panose="00000500000000000000" pitchFamily="2" charset="0"/>
                <a:cs typeface="Poppins" panose="00000500000000000000" pitchFamily="2" charset="0"/>
              </a:rPr>
              <a:t>ALU </a:t>
            </a:r>
            <a:r>
              <a:rPr lang="hi-IN" sz="1050" dirty="0">
                <a:solidFill>
                  <a:schemeClr val="bg1">
                    <a:lumMod val="50000"/>
                  </a:schemeClr>
                </a:solidFill>
                <a:latin typeface="Poppins" panose="00000500000000000000" pitchFamily="2" charset="0"/>
                <a:cs typeface="Poppins" panose="00000500000000000000" pitchFamily="2" charset="0"/>
              </a:rPr>
              <a:t>या अन्य हार्डवेयर ऑपरेशन करता है
4. </a:t>
            </a:r>
            <a:r>
              <a:rPr lang="hi-IN" sz="1050" b="1" dirty="0">
                <a:solidFill>
                  <a:schemeClr val="bg1">
                    <a:lumMod val="50000"/>
                  </a:schemeClr>
                </a:solidFill>
                <a:latin typeface="Poppins" panose="00000500000000000000" pitchFamily="2" charset="0"/>
                <a:cs typeface="Poppins" panose="00000500000000000000" pitchFamily="2" charset="0"/>
              </a:rPr>
              <a:t>स्टोर</a:t>
            </a:r>
            <a:r>
              <a:rPr lang="hi-IN" sz="1050" dirty="0">
                <a:solidFill>
                  <a:schemeClr val="bg1">
                    <a:lumMod val="50000"/>
                  </a:schemeClr>
                </a:solidFill>
                <a:latin typeface="Poppins" panose="00000500000000000000" pitchFamily="2" charset="0"/>
                <a:cs typeface="Poppins" panose="00000500000000000000" pitchFamily="2" charset="0"/>
              </a:rPr>
              <a:t> → परिणाम स्मृति या रजिस्टर करने के लिए वापस लिखा जाता है</a:t>
            </a:r>
            <a:endParaRPr lang="en-US" sz="105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8798293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5" dur="500"/>
                                        <p:tgtEl>
                                          <p:spTgt spid="5">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8" dur="500"/>
                                        <p:tgtEl>
                                          <p:spTgt spid="5">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1" dur="500"/>
                                        <p:tgtEl>
                                          <p:spTgt spid="5">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4" dur="500"/>
                                        <p:tgtEl>
                                          <p:spTgt spid="5">
                                            <p:txEl>
                                              <p:pRg st="4" end="4"/>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7" dur="500"/>
                                        <p:tgtEl>
                                          <p:spTgt spid="5">
                                            <p:txEl>
                                              <p:pRg st="5" end="5"/>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randombar(horizontal)">
                                      <p:cBhvr>
                                        <p:cTn id="30" dur="500"/>
                                        <p:tgtEl>
                                          <p:spTgt spid="5">
                                            <p:txEl>
                                              <p:pRg st="6" end="6"/>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randombar(horizontal)">
                                      <p:cBhvr>
                                        <p:cTn id="33" dur="500"/>
                                        <p:tgtEl>
                                          <p:spTgt spid="5">
                                            <p:txEl>
                                              <p:pRg st="7" end="7"/>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5">
                                            <p:txEl>
                                              <p:pRg st="8" end="8"/>
                                            </p:txEl>
                                          </p:spTgt>
                                        </p:tgtEl>
                                        <p:attrNameLst>
                                          <p:attrName>style.visibility</p:attrName>
                                        </p:attrNameLst>
                                      </p:cBhvr>
                                      <p:to>
                                        <p:strVal val="visible"/>
                                      </p:to>
                                    </p:set>
                                    <p:animEffect transition="in" filter="randombar(horizontal)">
                                      <p:cBhvr>
                                        <p:cTn id="36" dur="500"/>
                                        <p:tgtEl>
                                          <p:spTgt spid="5">
                                            <p:txEl>
                                              <p:pRg st="8" end="8"/>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animEffect transition="in" filter="randombar(horizontal)">
                                      <p:cBhvr>
                                        <p:cTn id="39" dur="500"/>
                                        <p:tgtEl>
                                          <p:spTgt spid="5">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4">
                                            <p:txEl>
                                              <p:pRg st="0" end="0"/>
                                            </p:txEl>
                                          </p:spTgt>
                                        </p:tgtEl>
                                        <p:attrNameLst>
                                          <p:attrName>style.visibility</p:attrName>
                                        </p:attrNameLst>
                                      </p:cBhvr>
                                      <p:to>
                                        <p:strVal val="visible"/>
                                      </p:to>
                                    </p:set>
                                    <p:animEffect transition="in" filter="randombar(horizontal)">
                                      <p:cBhvr>
                                        <p:cTn id="4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3DB49CC4-2D9D-2CD4-8333-E44270A0E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1834F-2023-D241-ECF7-D2C4BFBA778C}"/>
              </a:ext>
            </a:extLst>
          </p:cNvPr>
          <p:cNvSpPr>
            <a:spLocks noGrp="1"/>
          </p:cNvSpPr>
          <p:nvPr>
            <p:ph type="title"/>
          </p:nvPr>
        </p:nvSpPr>
        <p:spPr>
          <a:xfrm>
            <a:off x="917662" y="0"/>
            <a:ext cx="8982476" cy="994164"/>
          </a:xfrm>
        </p:spPr>
        <p:txBody>
          <a:bodyPr/>
          <a:lstStyle/>
          <a:p>
            <a:r>
              <a:rPr lang="en-IN" sz="1400" dirty="0">
                <a:latin typeface="Poppins" panose="00000500000000000000" pitchFamily="2" charset="0"/>
                <a:cs typeface="Poppins" panose="00000500000000000000" pitchFamily="2" charset="0"/>
              </a:rPr>
              <a:t>4. Advanced Concepts |  </a:t>
            </a:r>
            <a:r>
              <a:rPr lang="hi-IN" sz="1400" dirty="0">
                <a:solidFill>
                  <a:schemeClr val="bg1">
                    <a:lumMod val="50000"/>
                  </a:schemeClr>
                </a:solidFill>
                <a:latin typeface="Poppins" panose="00000500000000000000" pitchFamily="2" charset="0"/>
                <a:cs typeface="Poppins" panose="00000500000000000000" pitchFamily="2" charset="0"/>
              </a:rPr>
              <a:t>उन्नत अवधारणाएं</a:t>
            </a:r>
            <a:endParaRPr lang="en-IN" sz="14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9B3D7431-BB94-E1CB-FF79-A18A030144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5" name="Rectangle 1">
            <a:extLst>
              <a:ext uri="{FF2B5EF4-FFF2-40B4-BE49-F238E27FC236}">
                <a16:creationId xmlns:a16="http://schemas.microsoft.com/office/drawing/2014/main" id="{F3D35092-CD9D-2810-0CEB-82C05B86CB1A}"/>
              </a:ext>
            </a:extLst>
          </p:cNvPr>
          <p:cNvSpPr>
            <a:spLocks noChangeArrowheads="1"/>
          </p:cNvSpPr>
          <p:nvPr/>
        </p:nvSpPr>
        <p:spPr bwMode="auto">
          <a:xfrm>
            <a:off x="954004" y="1142900"/>
            <a:ext cx="6306535"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1050" dirty="0">
                <a:solidFill>
                  <a:schemeClr val="accent6">
                    <a:lumMod val="50000"/>
                  </a:schemeClr>
                </a:solidFill>
                <a:latin typeface="Poppins" panose="00000500000000000000" pitchFamily="2" charset="0"/>
                <a:cs typeface="Poppins" panose="00000500000000000000" pitchFamily="2" charset="0"/>
              </a:rPr>
              <a:t>When we go deeper, modern computer systems use several engineering-level ideas:</a:t>
            </a:r>
          </a:p>
          <a:p>
            <a:pPr>
              <a:lnSpc>
                <a:spcPct val="150000"/>
              </a:lnSpc>
            </a:pPr>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Parallelism &amp; Pipelining</a:t>
            </a:r>
            <a:r>
              <a:rPr lang="en-IN" sz="1050" dirty="0">
                <a:solidFill>
                  <a:schemeClr val="accent6">
                    <a:lumMod val="50000"/>
                  </a:schemeClr>
                </a:solidFill>
                <a:latin typeface="Poppins" panose="00000500000000000000" pitchFamily="2" charset="0"/>
                <a:cs typeface="Poppins" panose="00000500000000000000" pitchFamily="2" charset="0"/>
              </a:rPr>
              <a:t> → Multiple instructions executed at once for speed.</a:t>
            </a:r>
          </a:p>
          <a:p>
            <a:pPr>
              <a:lnSpc>
                <a:spcPct val="150000"/>
              </a:lnSpc>
            </a:pP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Cache Memory Hierarchy</a:t>
            </a:r>
            <a:r>
              <a:rPr lang="en-IN" sz="1050" dirty="0">
                <a:solidFill>
                  <a:schemeClr val="accent6">
                    <a:lumMod val="50000"/>
                  </a:schemeClr>
                </a:solidFill>
                <a:latin typeface="Poppins" panose="00000500000000000000" pitchFamily="2" charset="0"/>
                <a:cs typeface="Poppins" panose="00000500000000000000" pitchFamily="2" charset="0"/>
              </a:rPr>
              <a:t> → L1, L2, L3 caches reduce CPU waiting time.</a:t>
            </a:r>
          </a:p>
          <a:p>
            <a:pPr>
              <a:lnSpc>
                <a:spcPct val="150000"/>
              </a:lnSpc>
            </a:pP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Virtual Memory</a:t>
            </a:r>
            <a:r>
              <a:rPr lang="en-IN" sz="1050" dirty="0">
                <a:solidFill>
                  <a:schemeClr val="accent6">
                    <a:lumMod val="50000"/>
                  </a:schemeClr>
                </a:solidFill>
                <a:latin typeface="Poppins" panose="00000500000000000000" pitchFamily="2" charset="0"/>
                <a:cs typeface="Poppins" panose="00000500000000000000" pitchFamily="2" charset="0"/>
              </a:rPr>
              <a:t> → Extends RAM using secondary storage.</a:t>
            </a:r>
          </a:p>
          <a:p>
            <a:pPr>
              <a:lnSpc>
                <a:spcPct val="150000"/>
              </a:lnSpc>
            </a:pP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Bus Systems</a:t>
            </a:r>
            <a:r>
              <a:rPr lang="en-IN" sz="1050" dirty="0">
                <a:solidFill>
                  <a:schemeClr val="accent6">
                    <a:lumMod val="50000"/>
                  </a:schemeClr>
                </a:solidFill>
                <a:latin typeface="Poppins" panose="00000500000000000000" pitchFamily="2" charset="0"/>
                <a:cs typeface="Poppins" panose="00000500000000000000" pitchFamily="2" charset="0"/>
              </a:rPr>
              <a:t> → Data travels inside computer via system bus (data, control, address lines).</a:t>
            </a:r>
          </a:p>
          <a:p>
            <a:pPr>
              <a:lnSpc>
                <a:spcPct val="150000"/>
              </a:lnSpc>
            </a:pP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Operating System Role</a:t>
            </a:r>
            <a:r>
              <a:rPr lang="en-IN" sz="1050" dirty="0">
                <a:solidFill>
                  <a:schemeClr val="accent6">
                    <a:lumMod val="50000"/>
                  </a:schemeClr>
                </a:solidFill>
                <a:latin typeface="Poppins" panose="00000500000000000000" pitchFamily="2" charset="0"/>
                <a:cs typeface="Poppins" panose="00000500000000000000" pitchFamily="2" charset="0"/>
              </a:rPr>
              <a:t> → Manages CPU scheduling, memory allocation, I/O handling.</a:t>
            </a:r>
          </a:p>
          <a:p>
            <a:pPr>
              <a:lnSpc>
                <a:spcPct val="150000"/>
              </a:lnSpc>
            </a:pP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Networking</a:t>
            </a:r>
            <a:r>
              <a:rPr lang="en-IN" sz="1050" dirty="0">
                <a:solidFill>
                  <a:schemeClr val="accent6">
                    <a:lumMod val="50000"/>
                  </a:schemeClr>
                </a:solidFill>
                <a:latin typeface="Poppins" panose="00000500000000000000" pitchFamily="2" charset="0"/>
                <a:cs typeface="Poppins" panose="00000500000000000000" pitchFamily="2" charset="0"/>
              </a:rPr>
              <a:t> → Modern systems are connected, enabling distributed computing.</a:t>
            </a:r>
          </a:p>
          <a:p>
            <a:pPr>
              <a:lnSpc>
                <a:spcPct val="150000"/>
              </a:lnSpc>
            </a:pPr>
            <a:r>
              <a:rPr lang="en-IN" sz="1050" dirty="0">
                <a:solidFill>
                  <a:schemeClr val="accent6">
                    <a:lumMod val="50000"/>
                  </a:schemeClr>
                </a:solidFill>
                <a:latin typeface="Poppins" panose="00000500000000000000" pitchFamily="2" charset="0"/>
                <a:cs typeface="Poppins" panose="00000500000000000000" pitchFamily="2" charset="0"/>
              </a:rPr>
              <a:t> </a:t>
            </a:r>
            <a:r>
              <a:rPr lang="en-IN" sz="1050" b="1" dirty="0">
                <a:solidFill>
                  <a:schemeClr val="accent6">
                    <a:lumMod val="50000"/>
                  </a:schemeClr>
                </a:solidFill>
                <a:latin typeface="Poppins" panose="00000500000000000000" pitchFamily="2" charset="0"/>
                <a:cs typeface="Poppins" panose="00000500000000000000" pitchFamily="2" charset="0"/>
              </a:rPr>
              <a:t>Cloud and Virtualization</a:t>
            </a:r>
            <a:r>
              <a:rPr lang="en-IN" sz="1050" dirty="0">
                <a:solidFill>
                  <a:schemeClr val="accent6">
                    <a:lumMod val="50000"/>
                  </a:schemeClr>
                </a:solidFill>
                <a:latin typeface="Poppins" panose="00000500000000000000" pitchFamily="2" charset="0"/>
                <a:cs typeface="Poppins" panose="00000500000000000000" pitchFamily="2" charset="0"/>
              </a:rPr>
              <a:t> → One physical system can act as many logical systems.</a:t>
            </a:r>
          </a:p>
          <a:p>
            <a:br>
              <a:rPr lang="en-IN" sz="1050" dirty="0">
                <a:solidFill>
                  <a:schemeClr val="accent6">
                    <a:lumMod val="50000"/>
                  </a:schemeClr>
                </a:solidFill>
                <a:latin typeface="Poppins" panose="00000500000000000000" pitchFamily="2" charset="0"/>
                <a:cs typeface="Poppins" panose="00000500000000000000" pitchFamily="2" charset="0"/>
              </a:rPr>
            </a:br>
            <a:endParaRPr lang="en-IN" sz="1050" dirty="0">
              <a:solidFill>
                <a:schemeClr val="accent6">
                  <a:lumMod val="50000"/>
                </a:schemeClr>
              </a:solidFill>
              <a:latin typeface="Poppins" panose="00000500000000000000" pitchFamily="2" charset="0"/>
              <a:cs typeface="Poppins" panose="00000500000000000000" pitchFamily="2" charset="0"/>
            </a:endParaRPr>
          </a:p>
        </p:txBody>
      </p:sp>
      <p:sp>
        <p:nvSpPr>
          <p:cNvPr id="3" name="Rectangle 1">
            <a:extLst>
              <a:ext uri="{FF2B5EF4-FFF2-40B4-BE49-F238E27FC236}">
                <a16:creationId xmlns:a16="http://schemas.microsoft.com/office/drawing/2014/main" id="{41533EA4-02C1-E8E7-9E40-9233B690BE05}"/>
              </a:ext>
            </a:extLst>
          </p:cNvPr>
          <p:cNvSpPr>
            <a:spLocks noChangeArrowheads="1"/>
          </p:cNvSpPr>
          <p:nvPr/>
        </p:nvSpPr>
        <p:spPr bwMode="auto">
          <a:xfrm>
            <a:off x="954004" y="3807709"/>
            <a:ext cx="6207148" cy="224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pPr>
            <a:r>
              <a:rPr lang="hi-IN" sz="1050" dirty="0">
                <a:solidFill>
                  <a:schemeClr val="bg1">
                    <a:lumMod val="50000"/>
                  </a:schemeClr>
                </a:solidFill>
                <a:latin typeface="Poppins" panose="00000500000000000000" pitchFamily="2" charset="0"/>
                <a:cs typeface="Poppins" panose="00000500000000000000" pitchFamily="2" charset="0"/>
              </a:rPr>
              <a:t>जब हम गहराई में जाते हैं, तो आधुनिक कंप्यूटर सिस्टम कई इंजीनियरिंग स्तर के विचारों का उपयोग करते हैं: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b="1" dirty="0">
                <a:solidFill>
                  <a:schemeClr val="bg1">
                    <a:lumMod val="50000"/>
                  </a:schemeClr>
                </a:solidFill>
                <a:latin typeface="Poppins" panose="00000500000000000000" pitchFamily="2" charset="0"/>
                <a:cs typeface="Poppins" panose="00000500000000000000" pitchFamily="2" charset="0"/>
              </a:rPr>
              <a:t>समांतरता और पाइपलाइनिंग </a:t>
            </a:r>
            <a:r>
              <a:rPr lang="hi-IN" sz="1050" dirty="0">
                <a:solidFill>
                  <a:schemeClr val="bg1">
                    <a:lumMod val="50000"/>
                  </a:schemeClr>
                </a:solidFill>
                <a:latin typeface="Poppins" panose="00000500000000000000" pitchFamily="2" charset="0"/>
                <a:cs typeface="Poppins" panose="00000500000000000000" pitchFamily="2" charset="0"/>
              </a:rPr>
              <a:t>→ गति के लिए एक साथ कई निर्देश निष्पादित किए गए।
</a:t>
            </a:r>
            <a:r>
              <a:rPr lang="hi-IN" sz="1050" b="1" dirty="0">
                <a:solidFill>
                  <a:schemeClr val="bg1">
                    <a:lumMod val="50000"/>
                  </a:schemeClr>
                </a:solidFill>
                <a:latin typeface="Poppins" panose="00000500000000000000" pitchFamily="2" charset="0"/>
                <a:cs typeface="Poppins" panose="00000500000000000000" pitchFamily="2" charset="0"/>
              </a:rPr>
              <a:t> </a:t>
            </a:r>
            <a:r>
              <a:rPr lang="en-IN" sz="1050" b="1" dirty="0">
                <a:solidFill>
                  <a:schemeClr val="bg1">
                    <a:lumMod val="50000"/>
                  </a:schemeClr>
                </a:solidFill>
                <a:latin typeface="Poppins" panose="00000500000000000000" pitchFamily="2" charset="0"/>
                <a:cs typeface="Poppins" panose="00000500000000000000" pitchFamily="2" charset="0"/>
              </a:rPr>
              <a:t>L1, L2, L3 </a:t>
            </a:r>
            <a:r>
              <a:rPr lang="hi-IN" sz="1050" b="1" dirty="0">
                <a:solidFill>
                  <a:schemeClr val="bg1">
                    <a:lumMod val="50000"/>
                  </a:schemeClr>
                </a:solidFill>
                <a:latin typeface="Poppins" panose="00000500000000000000" pitchFamily="2" charset="0"/>
                <a:cs typeface="Poppins" panose="00000500000000000000" pitchFamily="2" charset="0"/>
              </a:rPr>
              <a:t>कैश </a:t>
            </a:r>
            <a:r>
              <a:rPr lang="hi-IN" sz="1050" dirty="0">
                <a:solidFill>
                  <a:schemeClr val="bg1">
                    <a:lumMod val="50000"/>
                  </a:schemeClr>
                </a:solidFill>
                <a:latin typeface="Poppins" panose="00000500000000000000" pitchFamily="2" charset="0"/>
                <a:cs typeface="Poppins" panose="00000500000000000000" pitchFamily="2" charset="0"/>
              </a:rPr>
              <a:t>→ कैश मेमोरी पदानुक्रम </a:t>
            </a:r>
            <a:r>
              <a:rPr lang="en-IN" sz="1050" dirty="0">
                <a:solidFill>
                  <a:schemeClr val="bg1">
                    <a:lumMod val="50000"/>
                  </a:schemeClr>
                </a:solidFill>
                <a:latin typeface="Poppins" panose="00000500000000000000" pitchFamily="2" charset="0"/>
                <a:cs typeface="Poppins" panose="00000500000000000000" pitchFamily="2" charset="0"/>
              </a:rPr>
              <a:t>CPU </a:t>
            </a:r>
            <a:r>
              <a:rPr lang="hi-IN" sz="1050" dirty="0">
                <a:solidFill>
                  <a:schemeClr val="bg1">
                    <a:lumMod val="50000"/>
                  </a:schemeClr>
                </a:solidFill>
                <a:latin typeface="Poppins" panose="00000500000000000000" pitchFamily="2" charset="0"/>
                <a:cs typeface="Poppins" panose="00000500000000000000" pitchFamily="2" charset="0"/>
              </a:rPr>
              <a:t>प्रतीक्षा समय को कम करता है।
 </a:t>
            </a:r>
            <a:r>
              <a:rPr lang="hi-IN" sz="1050" b="1" dirty="0">
                <a:solidFill>
                  <a:schemeClr val="bg1">
                    <a:lumMod val="50000"/>
                  </a:schemeClr>
                </a:solidFill>
                <a:latin typeface="Poppins" panose="00000500000000000000" pitchFamily="2" charset="0"/>
                <a:cs typeface="Poppins" panose="00000500000000000000" pitchFamily="2" charset="0"/>
              </a:rPr>
              <a:t>वर्चुअल मेमोरी </a:t>
            </a:r>
            <a:r>
              <a:rPr lang="hi-IN" sz="1050" dirty="0">
                <a:solidFill>
                  <a:schemeClr val="bg1">
                    <a:lumMod val="50000"/>
                  </a:schemeClr>
                </a:solidFill>
                <a:latin typeface="Poppins" panose="00000500000000000000" pitchFamily="2" charset="0"/>
                <a:cs typeface="Poppins" panose="00000500000000000000" pitchFamily="2" charset="0"/>
              </a:rPr>
              <a:t>→ सेकेंडरी स्टोरेज का उपयोग करके रैम का विस्तार करता है।
</a:t>
            </a:r>
            <a:r>
              <a:rPr lang="hi-IN" sz="1050" b="1" dirty="0">
                <a:solidFill>
                  <a:schemeClr val="bg1">
                    <a:lumMod val="50000"/>
                  </a:schemeClr>
                </a:solidFill>
                <a:latin typeface="Poppins" panose="00000500000000000000" pitchFamily="2" charset="0"/>
                <a:cs typeface="Poppins" panose="00000500000000000000" pitchFamily="2" charset="0"/>
              </a:rPr>
              <a:t> बस सिस्टम </a:t>
            </a:r>
            <a:r>
              <a:rPr lang="hi-IN" sz="1050" dirty="0">
                <a:solidFill>
                  <a:schemeClr val="bg1">
                    <a:lumMod val="50000"/>
                  </a:schemeClr>
                </a:solidFill>
                <a:latin typeface="Poppins" panose="00000500000000000000" pitchFamily="2" charset="0"/>
                <a:cs typeface="Poppins" panose="00000500000000000000" pitchFamily="2" charset="0"/>
              </a:rPr>
              <a:t>→ डेटा सिस्टम बस (डेटा, नियंत्रण, पता लाइनों) के माध्यम से कंप्यूटर के अंदर यात्रा करता है।
</a:t>
            </a:r>
            <a:r>
              <a:rPr lang="hi-IN" sz="1050" b="1" dirty="0">
                <a:solidFill>
                  <a:schemeClr val="bg1">
                    <a:lumMod val="50000"/>
                  </a:schemeClr>
                </a:solidFill>
                <a:latin typeface="Poppins" panose="00000500000000000000" pitchFamily="2" charset="0"/>
                <a:cs typeface="Poppins" panose="00000500000000000000" pitchFamily="2" charset="0"/>
              </a:rPr>
              <a:t> ऑपरेटिंग सिस्टम रोल </a:t>
            </a:r>
            <a:r>
              <a:rPr lang="hi-IN" sz="1050" dirty="0">
                <a:solidFill>
                  <a:schemeClr val="bg1">
                    <a:lumMod val="50000"/>
                  </a:schemeClr>
                </a:solidFill>
                <a:latin typeface="Poppins" panose="00000500000000000000" pitchFamily="2" charset="0"/>
                <a:cs typeface="Poppins" panose="00000500000000000000" pitchFamily="2" charset="0"/>
              </a:rPr>
              <a:t>→ </a:t>
            </a:r>
            <a:r>
              <a:rPr lang="en-IN" sz="1050" dirty="0">
                <a:solidFill>
                  <a:schemeClr val="bg1">
                    <a:lumMod val="50000"/>
                  </a:schemeClr>
                </a:solidFill>
                <a:latin typeface="Poppins" panose="00000500000000000000" pitchFamily="2" charset="0"/>
                <a:cs typeface="Poppins" panose="00000500000000000000" pitchFamily="2" charset="0"/>
              </a:rPr>
              <a:t>CPU </a:t>
            </a:r>
            <a:r>
              <a:rPr lang="hi-IN" sz="1050" dirty="0">
                <a:solidFill>
                  <a:schemeClr val="bg1">
                    <a:lumMod val="50000"/>
                  </a:schemeClr>
                </a:solidFill>
                <a:latin typeface="Poppins" panose="00000500000000000000" pitchFamily="2" charset="0"/>
                <a:cs typeface="Poppins" panose="00000500000000000000" pitchFamily="2" charset="0"/>
              </a:rPr>
              <a:t>शेड्यूलिंग, मेमोरी आवंटन, </a:t>
            </a:r>
            <a:r>
              <a:rPr lang="en-IN" sz="1050" dirty="0">
                <a:solidFill>
                  <a:schemeClr val="bg1">
                    <a:lumMod val="50000"/>
                  </a:schemeClr>
                </a:solidFill>
                <a:latin typeface="Poppins" panose="00000500000000000000" pitchFamily="2" charset="0"/>
                <a:cs typeface="Poppins" panose="00000500000000000000" pitchFamily="2" charset="0"/>
              </a:rPr>
              <a:t>I/O </a:t>
            </a:r>
            <a:r>
              <a:rPr lang="hi-IN" sz="1050" dirty="0">
                <a:solidFill>
                  <a:schemeClr val="bg1">
                    <a:lumMod val="50000"/>
                  </a:schemeClr>
                </a:solidFill>
                <a:latin typeface="Poppins" panose="00000500000000000000" pitchFamily="2" charset="0"/>
                <a:cs typeface="Poppins" panose="00000500000000000000" pitchFamily="2" charset="0"/>
              </a:rPr>
              <a:t>हैंडलिंग प्रबंधित करता है।
 </a:t>
            </a:r>
            <a:r>
              <a:rPr lang="hi-IN" sz="1050" b="1" dirty="0">
                <a:solidFill>
                  <a:schemeClr val="bg1">
                    <a:lumMod val="50000"/>
                  </a:schemeClr>
                </a:solidFill>
                <a:latin typeface="Poppins" panose="00000500000000000000" pitchFamily="2" charset="0"/>
                <a:cs typeface="Poppins" panose="00000500000000000000" pitchFamily="2" charset="0"/>
              </a:rPr>
              <a:t>नेटवर्किंग</a:t>
            </a:r>
            <a:r>
              <a:rPr lang="hi-IN" sz="1050" dirty="0">
                <a:solidFill>
                  <a:schemeClr val="bg1">
                    <a:lumMod val="50000"/>
                  </a:schemeClr>
                </a:solidFill>
                <a:latin typeface="Poppins" panose="00000500000000000000" pitchFamily="2" charset="0"/>
                <a:cs typeface="Poppins" panose="00000500000000000000" pitchFamily="2" charset="0"/>
              </a:rPr>
              <a:t> → आधुनिक सिस्टम जुड़े हुए हैं, वितरित कंप्यूटिंग को सक्षम करते हैं।
 </a:t>
            </a:r>
            <a:r>
              <a:rPr lang="hi-IN" sz="1050" b="1" dirty="0">
                <a:solidFill>
                  <a:schemeClr val="bg1">
                    <a:lumMod val="50000"/>
                  </a:schemeClr>
                </a:solidFill>
                <a:latin typeface="Poppins" panose="00000500000000000000" pitchFamily="2" charset="0"/>
                <a:cs typeface="Poppins" panose="00000500000000000000" pitchFamily="2" charset="0"/>
              </a:rPr>
              <a:t>क्लाउड और वर्चुअलाइजेशन </a:t>
            </a:r>
            <a:r>
              <a:rPr lang="hi-IN" sz="1050" dirty="0">
                <a:solidFill>
                  <a:schemeClr val="bg1">
                    <a:lumMod val="50000"/>
                  </a:schemeClr>
                </a:solidFill>
                <a:latin typeface="Poppins" panose="00000500000000000000" pitchFamily="2" charset="0"/>
                <a:cs typeface="Poppins" panose="00000500000000000000" pitchFamily="2" charset="0"/>
              </a:rPr>
              <a:t>→ एक भौतिक प्रणाली कई तार्किक प्रणालियों के रूप में कार्य कर सकती है।</a:t>
            </a:r>
            <a:endParaRPr lang="en-IN" sz="105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344966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5" dur="500"/>
                                        <p:tgtEl>
                                          <p:spTgt spid="5">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8" dur="500"/>
                                        <p:tgtEl>
                                          <p:spTgt spid="5">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1" dur="500"/>
                                        <p:tgtEl>
                                          <p:spTgt spid="5">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4" dur="500"/>
                                        <p:tgtEl>
                                          <p:spTgt spid="5">
                                            <p:txEl>
                                              <p:pRg st="4" end="4"/>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7" dur="500"/>
                                        <p:tgtEl>
                                          <p:spTgt spid="5">
                                            <p:txEl>
                                              <p:pRg st="5" end="5"/>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randombar(horizontal)">
                                      <p:cBhvr>
                                        <p:cTn id="30" dur="500"/>
                                        <p:tgtEl>
                                          <p:spTgt spid="5">
                                            <p:txEl>
                                              <p:pRg st="6" end="6"/>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randombar(horizontal)">
                                      <p:cBhvr>
                                        <p:cTn id="33" dur="500"/>
                                        <p:tgtEl>
                                          <p:spTgt spid="5">
                                            <p:txEl>
                                              <p:pRg st="7" end="7"/>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5">
                                            <p:txEl>
                                              <p:pRg st="8" end="8"/>
                                            </p:txEl>
                                          </p:spTgt>
                                        </p:tgtEl>
                                        <p:attrNameLst>
                                          <p:attrName>style.visibility</p:attrName>
                                        </p:attrNameLst>
                                      </p:cBhvr>
                                      <p:to>
                                        <p:strVal val="visible"/>
                                      </p:to>
                                    </p:set>
                                    <p:animEffect transition="in" filter="randombar(horizontal)">
                                      <p:cBhvr>
                                        <p:cTn id="36" dur="500"/>
                                        <p:tgtEl>
                                          <p:spTgt spid="5">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4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a:extLst>
            <a:ext uri="{FF2B5EF4-FFF2-40B4-BE49-F238E27FC236}">
              <a16:creationId xmlns:a16="http://schemas.microsoft.com/office/drawing/2014/main" id="{1B9551E3-D995-C015-02B7-0424F4858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78E18-A429-D94F-37F1-F2552B9F89AE}"/>
              </a:ext>
            </a:extLst>
          </p:cNvPr>
          <p:cNvSpPr>
            <a:spLocks noGrp="1"/>
          </p:cNvSpPr>
          <p:nvPr>
            <p:ph type="title"/>
          </p:nvPr>
        </p:nvSpPr>
        <p:spPr>
          <a:xfrm>
            <a:off x="917662" y="0"/>
            <a:ext cx="8982476" cy="994164"/>
          </a:xfrm>
        </p:spPr>
        <p:txBody>
          <a:bodyPr/>
          <a:lstStyle/>
          <a:p>
            <a:r>
              <a:rPr lang="en-US" sz="1400" dirty="0">
                <a:latin typeface="Poppins" panose="00000500000000000000" pitchFamily="2" charset="0"/>
                <a:cs typeface="Poppins" panose="00000500000000000000" pitchFamily="2" charset="0"/>
              </a:rPr>
              <a:t>5. Summary in Simple Terms</a:t>
            </a:r>
            <a:r>
              <a:rPr lang="en-US" sz="1400" b="0" dirty="0">
                <a:latin typeface="Poppins" panose="00000500000000000000" pitchFamily="2" charset="0"/>
                <a:cs typeface="Poppins" panose="00000500000000000000" pitchFamily="2" charset="0"/>
              </a:rPr>
              <a:t> </a:t>
            </a:r>
            <a:r>
              <a:rPr lang="en-IN" sz="1400" dirty="0">
                <a:latin typeface="Poppins" panose="00000500000000000000" pitchFamily="2" charset="0"/>
                <a:cs typeface="Poppins" panose="00000500000000000000" pitchFamily="2" charset="0"/>
              </a:rPr>
              <a:t>|  </a:t>
            </a:r>
            <a:r>
              <a:rPr lang="hi-IN" sz="1400" dirty="0">
                <a:solidFill>
                  <a:schemeClr val="bg1">
                    <a:lumMod val="50000"/>
                  </a:schemeClr>
                </a:solidFill>
                <a:latin typeface="Poppins" panose="00000500000000000000" pitchFamily="2" charset="0"/>
                <a:cs typeface="Poppins" panose="00000500000000000000" pitchFamily="2" charset="0"/>
              </a:rPr>
              <a:t>सरल शब्दों में सारांश</a:t>
            </a:r>
            <a:endParaRPr lang="en-IN" sz="1400" dirty="0">
              <a:solidFill>
                <a:schemeClr val="bg1">
                  <a:lumMod val="50000"/>
                </a:schemeClr>
              </a:solidFill>
              <a:latin typeface="Poppins" panose="00000500000000000000" pitchFamily="2" charset="0"/>
              <a:cs typeface="Poppins" panose="00000500000000000000" pitchFamily="2" charset="0"/>
            </a:endParaRPr>
          </a:p>
        </p:txBody>
      </p:sp>
      <p:sp>
        <p:nvSpPr>
          <p:cNvPr id="23" name="Slide Number Placeholder 22">
            <a:extLst>
              <a:ext uri="{FF2B5EF4-FFF2-40B4-BE49-F238E27FC236}">
                <a16:creationId xmlns:a16="http://schemas.microsoft.com/office/drawing/2014/main" id="{ED2E185E-6C33-1096-0C1B-7A4A1FB986E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
        <p:nvSpPr>
          <p:cNvPr id="5" name="Rectangle 1">
            <a:extLst>
              <a:ext uri="{FF2B5EF4-FFF2-40B4-BE49-F238E27FC236}">
                <a16:creationId xmlns:a16="http://schemas.microsoft.com/office/drawing/2014/main" id="{460A01F2-3F5C-D317-6C4A-28312312AEA3}"/>
              </a:ext>
            </a:extLst>
          </p:cNvPr>
          <p:cNvSpPr>
            <a:spLocks noChangeArrowheads="1"/>
          </p:cNvSpPr>
          <p:nvPr/>
        </p:nvSpPr>
        <p:spPr bwMode="auto">
          <a:xfrm>
            <a:off x="955512" y="1508019"/>
            <a:ext cx="7896714" cy="1546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1050" dirty="0">
                <a:solidFill>
                  <a:schemeClr val="accent6">
                    <a:lumMod val="50000"/>
                  </a:schemeClr>
                </a:solidFill>
                <a:latin typeface="Poppins" panose="00000500000000000000" pitchFamily="2" charset="0"/>
                <a:cs typeface="Poppins" panose="00000500000000000000" pitchFamily="2" charset="0"/>
              </a:rPr>
              <a:t>A </a:t>
            </a:r>
            <a:r>
              <a:rPr lang="en-IN" sz="1050" b="1" dirty="0">
                <a:solidFill>
                  <a:schemeClr val="accent6">
                    <a:lumMod val="50000"/>
                  </a:schemeClr>
                </a:solidFill>
                <a:latin typeface="Poppins" panose="00000500000000000000" pitchFamily="2" charset="0"/>
                <a:cs typeface="Poppins" panose="00000500000000000000" pitchFamily="2" charset="0"/>
              </a:rPr>
              <a:t>computer system</a:t>
            </a:r>
            <a:r>
              <a:rPr lang="en-IN" sz="1050" dirty="0">
                <a:solidFill>
                  <a:schemeClr val="accent6">
                    <a:lumMod val="50000"/>
                  </a:schemeClr>
                </a:solidFill>
                <a:latin typeface="Poppins" panose="00000500000000000000" pitchFamily="2" charset="0"/>
                <a:cs typeface="Poppins" panose="00000500000000000000" pitchFamily="2" charset="0"/>
              </a:rPr>
              <a:t> = </a:t>
            </a:r>
            <a:r>
              <a:rPr lang="en-IN" sz="1050" b="1" dirty="0">
                <a:solidFill>
                  <a:schemeClr val="accent6">
                    <a:lumMod val="50000"/>
                  </a:schemeClr>
                </a:solidFill>
                <a:latin typeface="Poppins" panose="00000500000000000000" pitchFamily="2" charset="0"/>
                <a:cs typeface="Poppins" panose="00000500000000000000" pitchFamily="2" charset="0"/>
              </a:rPr>
              <a:t>Hardware + Software + Firmware + User</a:t>
            </a:r>
            <a:r>
              <a:rPr lang="en-IN" sz="1050" dirty="0">
                <a:solidFill>
                  <a:schemeClr val="accent6">
                    <a:lumMod val="50000"/>
                  </a:schemeClr>
                </a:solidFill>
                <a:latin typeface="Poppins" panose="00000500000000000000" pitchFamily="2" charset="0"/>
                <a:cs typeface="Poppins" panose="00000500000000000000" pitchFamily="2" charset="0"/>
              </a:rPr>
              <a:t>,</a:t>
            </a:r>
          </a:p>
          <a:p>
            <a:r>
              <a:rPr lang="en-IN" sz="1050" dirty="0">
                <a:solidFill>
                  <a:schemeClr val="accent6">
                    <a:lumMod val="50000"/>
                  </a:schemeClr>
                </a:solidFill>
                <a:latin typeface="Poppins" panose="00000500000000000000" pitchFamily="2" charset="0"/>
                <a:cs typeface="Poppins" panose="00000500000000000000" pitchFamily="2" charset="0"/>
              </a:rPr>
              <a:t>all working together under the </a:t>
            </a:r>
            <a:r>
              <a:rPr lang="en-IN" sz="1050" b="1" dirty="0">
                <a:solidFill>
                  <a:schemeClr val="accent6">
                    <a:lumMod val="50000"/>
                  </a:schemeClr>
                </a:solidFill>
                <a:latin typeface="Poppins" panose="00000500000000000000" pitchFamily="2" charset="0"/>
                <a:cs typeface="Poppins" panose="00000500000000000000" pitchFamily="2" charset="0"/>
              </a:rPr>
              <a:t>Von Neumann model</a:t>
            </a:r>
            <a:r>
              <a:rPr lang="en-IN" sz="1050" dirty="0">
                <a:solidFill>
                  <a:schemeClr val="accent6">
                    <a:lumMod val="50000"/>
                  </a:schemeClr>
                </a:solidFill>
                <a:latin typeface="Poppins" panose="00000500000000000000" pitchFamily="2" charset="0"/>
                <a:cs typeface="Poppins" panose="00000500000000000000" pitchFamily="2" charset="0"/>
              </a:rPr>
              <a:t> to perform data processing.</a:t>
            </a:r>
          </a:p>
          <a:p>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It follows the cycle:</a:t>
            </a:r>
          </a:p>
          <a:p>
            <a:r>
              <a:rPr lang="en-IN" sz="1050" dirty="0">
                <a:solidFill>
                  <a:schemeClr val="accent6">
                    <a:lumMod val="50000"/>
                  </a:schemeClr>
                </a:solidFill>
                <a:latin typeface="Poppins" panose="00000500000000000000" pitchFamily="2" charset="0"/>
                <a:cs typeface="Poppins" panose="00000500000000000000" pitchFamily="2" charset="0"/>
              </a:rPr>
              <a:t>👉 Input → Processing → Output → Storage.</a:t>
            </a:r>
          </a:p>
          <a:p>
            <a:br>
              <a:rPr lang="en-IN" sz="1050" dirty="0">
                <a:solidFill>
                  <a:schemeClr val="accent6">
                    <a:lumMod val="50000"/>
                  </a:schemeClr>
                </a:solidFill>
                <a:latin typeface="Poppins" panose="00000500000000000000" pitchFamily="2" charset="0"/>
                <a:cs typeface="Poppins" panose="00000500000000000000" pitchFamily="2" charset="0"/>
              </a:rPr>
            </a:br>
            <a:r>
              <a:rPr lang="en-IN" sz="1050" dirty="0">
                <a:solidFill>
                  <a:schemeClr val="accent6">
                    <a:lumMod val="50000"/>
                  </a:schemeClr>
                </a:solidFill>
                <a:latin typeface="Poppins" panose="00000500000000000000" pitchFamily="2" charset="0"/>
                <a:cs typeface="Poppins" panose="00000500000000000000" pitchFamily="2" charset="0"/>
              </a:rPr>
              <a:t>Modern systems improve efficiency using </a:t>
            </a:r>
            <a:r>
              <a:rPr lang="en-IN" sz="1050" b="1" dirty="0">
                <a:solidFill>
                  <a:schemeClr val="accent6">
                    <a:lumMod val="50000"/>
                  </a:schemeClr>
                </a:solidFill>
                <a:latin typeface="Poppins" panose="00000500000000000000" pitchFamily="2" charset="0"/>
                <a:cs typeface="Poppins" panose="00000500000000000000" pitchFamily="2" charset="0"/>
              </a:rPr>
              <a:t>parallel execution, caching, virtualization, and operating systems</a:t>
            </a:r>
            <a:r>
              <a:rPr lang="en-IN" sz="1050" dirty="0">
                <a:solidFill>
                  <a:schemeClr val="accent6">
                    <a:lumMod val="50000"/>
                  </a:schemeClr>
                </a:solidFill>
                <a:latin typeface="Poppins" panose="00000500000000000000" pitchFamily="2" charset="0"/>
                <a:cs typeface="Poppins" panose="00000500000000000000" pitchFamily="2" charset="0"/>
              </a:rPr>
              <a:t>.</a:t>
            </a:r>
          </a:p>
          <a:p>
            <a:br>
              <a:rPr lang="en-IN" sz="1050" dirty="0">
                <a:solidFill>
                  <a:schemeClr val="accent6">
                    <a:lumMod val="50000"/>
                  </a:schemeClr>
                </a:solidFill>
                <a:latin typeface="Poppins" panose="00000500000000000000" pitchFamily="2" charset="0"/>
                <a:cs typeface="Poppins" panose="00000500000000000000" pitchFamily="2" charset="0"/>
              </a:rPr>
            </a:br>
            <a:endParaRPr lang="en-IN" sz="1050" dirty="0">
              <a:solidFill>
                <a:schemeClr val="accent6">
                  <a:lumMod val="50000"/>
                </a:schemeClr>
              </a:solidFill>
              <a:latin typeface="Poppins" panose="00000500000000000000" pitchFamily="2" charset="0"/>
              <a:cs typeface="Poppins" panose="00000500000000000000" pitchFamily="2" charset="0"/>
            </a:endParaRPr>
          </a:p>
        </p:txBody>
      </p:sp>
      <p:sp>
        <p:nvSpPr>
          <p:cNvPr id="4" name="Rectangle 1">
            <a:extLst>
              <a:ext uri="{FF2B5EF4-FFF2-40B4-BE49-F238E27FC236}">
                <a16:creationId xmlns:a16="http://schemas.microsoft.com/office/drawing/2014/main" id="{368C8611-EABA-9565-509F-8CA51B7A6C3D}"/>
              </a:ext>
            </a:extLst>
          </p:cNvPr>
          <p:cNvSpPr>
            <a:spLocks noChangeArrowheads="1"/>
          </p:cNvSpPr>
          <p:nvPr/>
        </p:nvSpPr>
        <p:spPr bwMode="auto">
          <a:xfrm>
            <a:off x="955512" y="3379528"/>
            <a:ext cx="7428637" cy="122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hi-IN" sz="1050" dirty="0">
                <a:solidFill>
                  <a:schemeClr val="bg1">
                    <a:lumMod val="50000"/>
                  </a:schemeClr>
                </a:solidFill>
                <a:latin typeface="Poppins" panose="00000500000000000000" pitchFamily="2" charset="0"/>
                <a:cs typeface="Poppins" panose="00000500000000000000" pitchFamily="2" charset="0"/>
              </a:rPr>
              <a:t>एक </a:t>
            </a:r>
            <a:r>
              <a:rPr lang="hi-IN" sz="1050" b="1" dirty="0">
                <a:solidFill>
                  <a:schemeClr val="bg1">
                    <a:lumMod val="50000"/>
                  </a:schemeClr>
                </a:solidFill>
                <a:latin typeface="Poppins" panose="00000500000000000000" pitchFamily="2" charset="0"/>
                <a:cs typeface="Poppins" panose="00000500000000000000" pitchFamily="2" charset="0"/>
              </a:rPr>
              <a:t>कंप्यूटर सिस्टम </a:t>
            </a:r>
            <a:r>
              <a:rPr lang="hi-IN" sz="1050" dirty="0">
                <a:solidFill>
                  <a:schemeClr val="bg1">
                    <a:lumMod val="50000"/>
                  </a:schemeClr>
                </a:solidFill>
                <a:latin typeface="Poppins" panose="00000500000000000000" pitchFamily="2" charset="0"/>
                <a:cs typeface="Poppins" panose="00000500000000000000" pitchFamily="2" charset="0"/>
              </a:rPr>
              <a:t>= </a:t>
            </a:r>
            <a:r>
              <a:rPr lang="hi-IN" sz="1050" b="1" dirty="0">
                <a:solidFill>
                  <a:schemeClr val="bg1">
                    <a:lumMod val="50000"/>
                  </a:schemeClr>
                </a:solidFill>
                <a:latin typeface="Poppins" panose="00000500000000000000" pitchFamily="2" charset="0"/>
                <a:cs typeface="Poppins" panose="00000500000000000000" pitchFamily="2" charset="0"/>
              </a:rPr>
              <a:t>हार्डवेयर + सॉफ्टवेयर + फर्मवेयर + उपयोगकर्ता</a:t>
            </a:r>
            <a:r>
              <a:rPr lang="hi-IN" sz="1050" dirty="0">
                <a:solidFill>
                  <a:schemeClr val="bg1">
                    <a:lumMod val="50000"/>
                  </a:schemeClr>
                </a:solidFill>
                <a:latin typeface="Poppins" panose="00000500000000000000" pitchFamily="2" charset="0"/>
                <a:cs typeface="Poppins" panose="00000500000000000000" pitchFamily="2" charset="0"/>
              </a:rPr>
              <a:t>,
सभी डेटा प्रोसेसिंग करने के लिए </a:t>
            </a:r>
            <a:r>
              <a:rPr lang="hi-IN" sz="1050" b="1" dirty="0">
                <a:solidFill>
                  <a:schemeClr val="bg1">
                    <a:lumMod val="50000"/>
                  </a:schemeClr>
                </a:solidFill>
                <a:latin typeface="Poppins" panose="00000500000000000000" pitchFamily="2" charset="0"/>
                <a:cs typeface="Poppins" panose="00000500000000000000" pitchFamily="2" charset="0"/>
              </a:rPr>
              <a:t>वॉन न्यूमैन मॉडल </a:t>
            </a:r>
            <a:r>
              <a:rPr lang="hi-IN" sz="1050" dirty="0">
                <a:solidFill>
                  <a:schemeClr val="bg1">
                    <a:lumMod val="50000"/>
                  </a:schemeClr>
                </a:solidFill>
                <a:latin typeface="Poppins" panose="00000500000000000000" pitchFamily="2" charset="0"/>
                <a:cs typeface="Poppins" panose="00000500000000000000" pitchFamily="2" charset="0"/>
              </a:rPr>
              <a:t>के तहत एक साथ काम कर रहे हैं।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यह चक्र का अनुसरण करता है:
</a:t>
            </a:r>
            <a:r>
              <a:rPr lang="en-IN" sz="1050" dirty="0">
                <a:solidFill>
                  <a:schemeClr val="bg1">
                    <a:lumMod val="50000"/>
                  </a:schemeClr>
                </a:solidFill>
                <a:latin typeface="Poppins" panose="00000500000000000000" pitchFamily="2" charset="0"/>
                <a:cs typeface="Poppins" panose="00000500000000000000" pitchFamily="2" charset="0"/>
              </a:rPr>
              <a:t>👉 </a:t>
            </a:r>
            <a:r>
              <a:rPr lang="hi-IN" sz="1050" dirty="0">
                <a:solidFill>
                  <a:schemeClr val="bg1">
                    <a:lumMod val="50000"/>
                  </a:schemeClr>
                </a:solidFill>
                <a:latin typeface="Poppins" panose="00000500000000000000" pitchFamily="2" charset="0"/>
                <a:cs typeface="Poppins" panose="00000500000000000000" pitchFamily="2" charset="0"/>
              </a:rPr>
              <a:t>इनपुट → प्रसंस्करण → आउटपुट → भंडारण।
</a:t>
            </a:r>
            <a:br>
              <a:rPr lang="hi-IN" sz="1050" dirty="0">
                <a:solidFill>
                  <a:schemeClr val="bg1">
                    <a:lumMod val="50000"/>
                  </a:schemeClr>
                </a:solidFill>
                <a:latin typeface="Poppins" panose="00000500000000000000" pitchFamily="2" charset="0"/>
                <a:cs typeface="Poppins" panose="00000500000000000000" pitchFamily="2" charset="0"/>
              </a:rPr>
            </a:br>
            <a:r>
              <a:rPr lang="hi-IN" sz="1050" dirty="0">
                <a:solidFill>
                  <a:schemeClr val="bg1">
                    <a:lumMod val="50000"/>
                  </a:schemeClr>
                </a:solidFill>
                <a:latin typeface="Poppins" panose="00000500000000000000" pitchFamily="2" charset="0"/>
                <a:cs typeface="Poppins" panose="00000500000000000000" pitchFamily="2" charset="0"/>
              </a:rPr>
              <a:t>आधुनिक सिस्टम </a:t>
            </a:r>
            <a:r>
              <a:rPr lang="hi-IN" sz="1050" b="1" dirty="0">
                <a:solidFill>
                  <a:schemeClr val="bg1">
                    <a:lumMod val="50000"/>
                  </a:schemeClr>
                </a:solidFill>
                <a:latin typeface="Poppins" panose="00000500000000000000" pitchFamily="2" charset="0"/>
                <a:cs typeface="Poppins" panose="00000500000000000000" pitchFamily="2" charset="0"/>
              </a:rPr>
              <a:t>समानांतर निष्पादन, कैशिंग, वर्चुअलाइजेशन और ऑपरेटिंग सिस्टम </a:t>
            </a:r>
            <a:r>
              <a:rPr lang="hi-IN" sz="1050" dirty="0">
                <a:solidFill>
                  <a:schemeClr val="bg1">
                    <a:lumMod val="50000"/>
                  </a:schemeClr>
                </a:solidFill>
                <a:latin typeface="Poppins" panose="00000500000000000000" pitchFamily="2" charset="0"/>
                <a:cs typeface="Poppins" panose="00000500000000000000" pitchFamily="2" charset="0"/>
              </a:rPr>
              <a:t>का उपयोग करके दक्षता में सुधार करते हैं।</a:t>
            </a:r>
            <a:endParaRPr lang="en-IN" sz="1050" dirty="0">
              <a:solidFill>
                <a:schemeClr val="bg1">
                  <a:lumMod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0203796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5" dur="500"/>
                                        <p:tgtEl>
                                          <p:spTgt spid="5">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8" dur="500"/>
                                        <p:tgtEl>
                                          <p:spTgt spid="5">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1" dur="500"/>
                                        <p:tgtEl>
                                          <p:spTgt spid="5">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4" dur="500"/>
                                        <p:tgtEl>
                                          <p:spTgt spid="5">
                                            <p:txEl>
                                              <p:pRg st="4" end="4"/>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3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6">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sz="3200" dirty="0">
                <a:solidFill>
                  <a:schemeClr val="bg1">
                    <a:lumMod val="50000"/>
                  </a:schemeClr>
                </a:solidFill>
                <a:latin typeface="Poppins" panose="00000500000000000000" pitchFamily="2" charset="0"/>
                <a:cs typeface="Poppins" panose="00000500000000000000" pitchFamily="2" charset="0"/>
              </a:rPr>
              <a:t>Thank </a:t>
            </a:r>
            <a:br>
              <a:rPr lang="en-US" sz="3200" dirty="0">
                <a:solidFill>
                  <a:schemeClr val="bg1">
                    <a:lumMod val="50000"/>
                  </a:schemeClr>
                </a:solidFill>
                <a:latin typeface="Poppins" panose="00000500000000000000" pitchFamily="2" charset="0"/>
                <a:cs typeface="Poppins" panose="00000500000000000000" pitchFamily="2" charset="0"/>
              </a:rPr>
            </a:br>
            <a:r>
              <a:rPr lang="en-US" sz="3200" dirty="0">
                <a:solidFill>
                  <a:schemeClr val="bg1">
                    <a:lumMod val="50000"/>
                  </a:schemeClr>
                </a:solidFill>
                <a:latin typeface="Poppins" panose="00000500000000000000" pitchFamily="2" charset="0"/>
                <a:cs typeface="Poppins" panose="00000500000000000000" pitchFamily="2" charset="0"/>
              </a:rPr>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normAutofit/>
          </a:bodyPr>
          <a:lstStyle/>
          <a:p>
            <a:r>
              <a:rPr lang="en-US" sz="2000" dirty="0">
                <a:latin typeface="Poppins" panose="00000500000000000000" pitchFamily="2" charset="0"/>
                <a:cs typeface="Poppins" panose="00000500000000000000" pitchFamily="2" charset="0"/>
              </a:rPr>
              <a:t>Laxman Krishnamurti</a:t>
            </a:r>
          </a:p>
          <a:p>
            <a:r>
              <a:rPr lang="en-US" sz="2000" dirty="0">
                <a:latin typeface="Poppins" panose="00000500000000000000" pitchFamily="2" charset="0"/>
                <a:cs typeface="Poppins" panose="00000500000000000000" pitchFamily="2" charset="0"/>
                <a:hlinkClick r:id="rId3"/>
              </a:rPr>
              <a:t>laxmankrishnamurti@outlook.com</a:t>
            </a:r>
            <a:endParaRPr lang="en-US" sz="2000" dirty="0">
              <a:latin typeface="Poppins" panose="00000500000000000000" pitchFamily="2" charset="0"/>
              <a:cs typeface="Poppins" panose="00000500000000000000" pitchFamily="2" charset="0"/>
            </a:endParaRPr>
          </a:p>
          <a:p>
            <a:r>
              <a:rPr lang="en-US" sz="2000" dirty="0">
                <a:latin typeface="Poppins" panose="00000500000000000000" pitchFamily="2" charset="0"/>
                <a:cs typeface="Poppins" panose="00000500000000000000" pitchFamily="2" charset="0"/>
              </a:rPr>
              <a:t>8252764932, 9508981101</a:t>
            </a:r>
          </a:p>
        </p:txBody>
      </p:sp>
    </p:spTree>
    <p:extLst>
      <p:ext uri="{BB962C8B-B14F-4D97-AF65-F5344CB8AC3E}">
        <p14:creationId xmlns:p14="http://schemas.microsoft.com/office/powerpoint/2010/main" val="1973173046"/>
      </p:ext>
    </p:extLst>
  </p:cSld>
  <p:clrMapOvr>
    <a:masterClrMapping/>
  </p:clrMapOvr>
  <p:transition spd="slow">
    <p:push dir="u"/>
  </p:transition>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19FA4-954C-4FA8-82CB-206659C3B826}">
  <ds:schemaRefs>
    <ds:schemaRef ds:uri="http://purl.org/dc/dcmitype/"/>
    <ds:schemaRef ds:uri="http://schemas.microsoft.com/sharepoint/v3"/>
    <ds:schemaRef ds:uri="http://www.w3.org/XML/1998/namespace"/>
    <ds:schemaRef ds:uri="http://purl.org/dc/terms/"/>
    <ds:schemaRef ds:uri="http://schemas.microsoft.com/office/infopath/2007/PartnerControls"/>
    <ds:schemaRef ds:uri="71af3243-3dd4-4a8d-8c0d-dd76da1f02a5"/>
    <ds:schemaRef ds:uri="http://schemas.microsoft.com/office/2006/metadata/properties"/>
    <ds:schemaRef ds:uri="http://purl.org/dc/elements/1.1/"/>
    <ds:schemaRef ds:uri="http://schemas.microsoft.com/office/2006/documentManagement/type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{E6D59C2D-4572-4408-999A-EDC318B23F6F}tf78438558_win32</Template>
  <TotalTime>144</TotalTime>
  <Words>1670</Words>
  <Application>Microsoft Office PowerPoint</Application>
  <PresentationFormat>Widescreen</PresentationFormat>
  <Paragraphs>92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Poppins</vt:lpstr>
      <vt:lpstr>Sabon Next LT</vt:lpstr>
      <vt:lpstr>Custom</vt:lpstr>
      <vt:lpstr>Computer  fundamentals  कंप्यूटर की बुनियादी बातें</vt:lpstr>
      <vt:lpstr>PowerPoint Presentation</vt:lpstr>
      <vt:lpstr>Agenda | कार्यसूची</vt:lpstr>
      <vt:lpstr>1. The Basic Idea of a Computer System  |  कंप्यूटर सिस्टम का मूल विचार</vt:lpstr>
      <vt:lpstr>2. Components of a Computer System  |  एक कंप्यूटर सिस्टम के घटक</vt:lpstr>
      <vt:lpstr>2. Components of a Computer System  |  एक कंप्यूटर सिस्टम के घटक</vt:lpstr>
      <vt:lpstr>3. Functional Concept (How the system works)  |  कार्यात्मक अवधारणा (सिस्टम कैसे काम करता है)</vt:lpstr>
      <vt:lpstr>4. Advanced Concepts |  उन्नत अवधारणाएं</vt:lpstr>
      <vt:lpstr>5. Summary in Simple Terms |  सरल शब्दों में सारांश</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Laxman Krishnamurti</dc:creator>
  <cp:lastModifiedBy>Laxman Krishnamurti</cp:lastModifiedBy>
  <cp:revision>1</cp:revision>
  <dcterms:created xsi:type="dcterms:W3CDTF">2025-08-06T12:12:43Z</dcterms:created>
  <dcterms:modified xsi:type="dcterms:W3CDTF">2025-08-18T13:01:35Z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